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5">
  <p:sldMasterIdLst>
    <p:sldMasterId id="2147483744" r:id="rId1"/>
    <p:sldMasterId id="2147483757" r:id="rId2"/>
  </p:sldMasterIdLst>
  <p:notesMasterIdLst>
    <p:notesMasterId r:id="rId10"/>
  </p:notesMasterIdLst>
  <p:handoutMasterIdLst>
    <p:handoutMasterId r:id="rId11"/>
  </p:handoutMasterIdLst>
  <p:sldIdLst>
    <p:sldId id="342" r:id="rId3"/>
    <p:sldId id="298" r:id="rId4"/>
    <p:sldId id="333" r:id="rId5"/>
    <p:sldId id="339" r:id="rId6"/>
    <p:sldId id="336" r:id="rId7"/>
    <p:sldId id="340" r:id="rId8"/>
    <p:sldId id="334" r:id="rId9"/>
  </p:sldIdLst>
  <p:sldSz cx="12801600" cy="9601200" type="A3"/>
  <p:notesSz cx="6808788" cy="9940925"/>
  <p:defaultTextStyle>
    <a:defPPr>
      <a:defRPr lang="en-US"/>
    </a:defPPr>
    <a:lvl1pPr marL="0" algn="l" defTabSz="1279082" rtl="0" eaLnBrk="1" latinLnBrk="0" hangingPunct="1">
      <a:defRPr sz="2500" kern="1200">
        <a:solidFill>
          <a:schemeClr val="tx1"/>
        </a:solidFill>
        <a:latin typeface="+mn-lt"/>
        <a:ea typeface="+mn-ea"/>
        <a:cs typeface="+mn-cs"/>
      </a:defRPr>
    </a:lvl1pPr>
    <a:lvl2pPr marL="639541" algn="l" defTabSz="1279082" rtl="0" eaLnBrk="1" latinLnBrk="0" hangingPunct="1">
      <a:defRPr sz="2500" kern="1200">
        <a:solidFill>
          <a:schemeClr val="tx1"/>
        </a:solidFill>
        <a:latin typeface="+mn-lt"/>
        <a:ea typeface="+mn-ea"/>
        <a:cs typeface="+mn-cs"/>
      </a:defRPr>
    </a:lvl2pPr>
    <a:lvl3pPr marL="1279082" algn="l" defTabSz="1279082" rtl="0" eaLnBrk="1" latinLnBrk="0" hangingPunct="1">
      <a:defRPr sz="2500" kern="1200">
        <a:solidFill>
          <a:schemeClr val="tx1"/>
        </a:solidFill>
        <a:latin typeface="+mn-lt"/>
        <a:ea typeface="+mn-ea"/>
        <a:cs typeface="+mn-cs"/>
      </a:defRPr>
    </a:lvl3pPr>
    <a:lvl4pPr marL="1918624" algn="l" defTabSz="1279082" rtl="0" eaLnBrk="1" latinLnBrk="0" hangingPunct="1">
      <a:defRPr sz="2500" kern="1200">
        <a:solidFill>
          <a:schemeClr val="tx1"/>
        </a:solidFill>
        <a:latin typeface="+mn-lt"/>
        <a:ea typeface="+mn-ea"/>
        <a:cs typeface="+mn-cs"/>
      </a:defRPr>
    </a:lvl4pPr>
    <a:lvl5pPr marL="2558165" algn="l" defTabSz="1279082" rtl="0" eaLnBrk="1" latinLnBrk="0" hangingPunct="1">
      <a:defRPr sz="2500" kern="1200">
        <a:solidFill>
          <a:schemeClr val="tx1"/>
        </a:solidFill>
        <a:latin typeface="+mn-lt"/>
        <a:ea typeface="+mn-ea"/>
        <a:cs typeface="+mn-cs"/>
      </a:defRPr>
    </a:lvl5pPr>
    <a:lvl6pPr marL="3197711" algn="l" defTabSz="1279082" rtl="0" eaLnBrk="1" latinLnBrk="0" hangingPunct="1">
      <a:defRPr sz="2500" kern="1200">
        <a:solidFill>
          <a:schemeClr val="tx1"/>
        </a:solidFill>
        <a:latin typeface="+mn-lt"/>
        <a:ea typeface="+mn-ea"/>
        <a:cs typeface="+mn-cs"/>
      </a:defRPr>
    </a:lvl6pPr>
    <a:lvl7pPr marL="3837256" algn="l" defTabSz="1279082" rtl="0" eaLnBrk="1" latinLnBrk="0" hangingPunct="1">
      <a:defRPr sz="2500" kern="1200">
        <a:solidFill>
          <a:schemeClr val="tx1"/>
        </a:solidFill>
        <a:latin typeface="+mn-lt"/>
        <a:ea typeface="+mn-ea"/>
        <a:cs typeface="+mn-cs"/>
      </a:defRPr>
    </a:lvl7pPr>
    <a:lvl8pPr marL="4476797" algn="l" defTabSz="1279082" rtl="0" eaLnBrk="1" latinLnBrk="0" hangingPunct="1">
      <a:defRPr sz="2500" kern="1200">
        <a:solidFill>
          <a:schemeClr val="tx1"/>
        </a:solidFill>
        <a:latin typeface="+mn-lt"/>
        <a:ea typeface="+mn-ea"/>
        <a:cs typeface="+mn-cs"/>
      </a:defRPr>
    </a:lvl8pPr>
    <a:lvl9pPr marL="5116341" algn="l" defTabSz="1279082" rtl="0" eaLnBrk="1" latinLnBrk="0" hangingPunct="1">
      <a:defRPr sz="25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024">
          <p15:clr>
            <a:srgbClr val="A4A3A4"/>
          </p15:clr>
        </p15:guide>
        <p15:guide id="2" pos="4032">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1A4A"/>
    <a:srgbClr val="822433"/>
    <a:srgbClr val="565656"/>
    <a:srgbClr val="545454"/>
    <a:srgbClr val="585858"/>
    <a:srgbClr val="5A5A5A"/>
    <a:srgbClr val="E9994A"/>
    <a:srgbClr val="EAAB00"/>
    <a:srgbClr val="00A551"/>
    <a:srgbClr val="8CB8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68" autoAdjust="0"/>
    <p:restoredTop sz="71673" autoAdjust="0"/>
  </p:normalViewPr>
  <p:slideViewPr>
    <p:cSldViewPr>
      <p:cViewPr>
        <p:scale>
          <a:sx n="71" d="100"/>
          <a:sy n="71" d="100"/>
        </p:scale>
        <p:origin x="-58" y="-58"/>
      </p:cViewPr>
      <p:guideLst>
        <p:guide orient="horz" pos="3024"/>
        <p:guide pos="4032"/>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61" d="100"/>
          <a:sy n="61" d="100"/>
        </p:scale>
        <p:origin x="3245"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787486-707A-4925-8C53-070AD89F1562}" type="doc">
      <dgm:prSet loTypeId="urn:microsoft.com/office/officeart/2005/8/layout/cycle2" loCatId="cycle" qsTypeId="urn:microsoft.com/office/officeart/2005/8/quickstyle/simple1" qsCatId="simple" csTypeId="urn:microsoft.com/office/officeart/2005/8/colors/accent6_5" csCatId="accent6" phldr="1"/>
      <dgm:spPr/>
      <dgm:t>
        <a:bodyPr/>
        <a:lstStyle/>
        <a:p>
          <a:endParaRPr lang="en-GB"/>
        </a:p>
      </dgm:t>
    </dgm:pt>
    <dgm:pt modelId="{1D9DCDAE-EDC5-4AF4-AA02-779C54CE3800}">
      <dgm:prSet phldrT="[Text]"/>
      <dgm:spPr/>
      <dgm:t>
        <a:bodyPr/>
        <a:lstStyle/>
        <a:p>
          <a:r>
            <a:rPr lang="en-GB" dirty="0" smtClean="0"/>
            <a:t>Clarity</a:t>
          </a:r>
          <a:endParaRPr lang="en-GB" dirty="0"/>
        </a:p>
      </dgm:t>
    </dgm:pt>
    <dgm:pt modelId="{CA570821-32F2-41A6-A2E6-27198E2AA35D}" type="parTrans" cxnId="{4312FC00-9580-4296-BE76-EA9045CC2510}">
      <dgm:prSet/>
      <dgm:spPr/>
      <dgm:t>
        <a:bodyPr/>
        <a:lstStyle/>
        <a:p>
          <a:endParaRPr lang="en-GB"/>
        </a:p>
      </dgm:t>
    </dgm:pt>
    <dgm:pt modelId="{C649500A-7DFA-4AD7-9CBB-1BE3054CCACE}" type="sibTrans" cxnId="{4312FC00-9580-4296-BE76-EA9045CC2510}">
      <dgm:prSet/>
      <dgm:spPr/>
      <dgm:t>
        <a:bodyPr/>
        <a:lstStyle/>
        <a:p>
          <a:endParaRPr lang="en-GB"/>
        </a:p>
      </dgm:t>
    </dgm:pt>
    <dgm:pt modelId="{9266C69D-31B7-4CFC-B8DB-958DE501852C}">
      <dgm:prSet phldrT="[Text]"/>
      <dgm:spPr/>
      <dgm:t>
        <a:bodyPr/>
        <a:lstStyle/>
        <a:p>
          <a:r>
            <a:rPr lang="en-GB" dirty="0" smtClean="0"/>
            <a:t>Concise </a:t>
          </a:r>
          <a:endParaRPr lang="en-GB" dirty="0"/>
        </a:p>
      </dgm:t>
    </dgm:pt>
    <dgm:pt modelId="{B39A6468-3B23-4FF7-BAC8-A70011F82AAE}" type="parTrans" cxnId="{9E68823F-399C-4EE7-8DCA-3DBDB2AA10DF}">
      <dgm:prSet/>
      <dgm:spPr/>
      <dgm:t>
        <a:bodyPr/>
        <a:lstStyle/>
        <a:p>
          <a:endParaRPr lang="en-GB"/>
        </a:p>
      </dgm:t>
    </dgm:pt>
    <dgm:pt modelId="{310D44BF-3117-414E-9EC6-B296047E8EC4}" type="sibTrans" cxnId="{9E68823F-399C-4EE7-8DCA-3DBDB2AA10DF}">
      <dgm:prSet/>
      <dgm:spPr/>
      <dgm:t>
        <a:bodyPr/>
        <a:lstStyle/>
        <a:p>
          <a:endParaRPr lang="en-GB"/>
        </a:p>
      </dgm:t>
    </dgm:pt>
    <dgm:pt modelId="{AD6B6CE9-9DF9-451F-95FF-A0FEBEB5C0C1}">
      <dgm:prSet phldrT="[Text]"/>
      <dgm:spPr/>
      <dgm:t>
        <a:bodyPr/>
        <a:lstStyle/>
        <a:p>
          <a:r>
            <a:rPr lang="en-GB" dirty="0" smtClean="0"/>
            <a:t>Relevant</a:t>
          </a:r>
          <a:endParaRPr lang="en-GB" dirty="0"/>
        </a:p>
      </dgm:t>
    </dgm:pt>
    <dgm:pt modelId="{3A18640F-8F28-44DD-A7CD-5AC0D02BBDC1}" type="parTrans" cxnId="{C6C2B588-A207-4748-8C3F-E74CB1DFA484}">
      <dgm:prSet/>
      <dgm:spPr/>
      <dgm:t>
        <a:bodyPr/>
        <a:lstStyle/>
        <a:p>
          <a:endParaRPr lang="en-GB"/>
        </a:p>
      </dgm:t>
    </dgm:pt>
    <dgm:pt modelId="{A4145131-ECC8-4AA0-8BF0-78099BB58474}" type="sibTrans" cxnId="{C6C2B588-A207-4748-8C3F-E74CB1DFA484}">
      <dgm:prSet/>
      <dgm:spPr/>
      <dgm:t>
        <a:bodyPr/>
        <a:lstStyle/>
        <a:p>
          <a:endParaRPr lang="en-GB"/>
        </a:p>
      </dgm:t>
    </dgm:pt>
    <dgm:pt modelId="{53493436-3435-476D-A31D-DC64D312E95C}">
      <dgm:prSet phldrT="[Text]"/>
      <dgm:spPr/>
      <dgm:t>
        <a:bodyPr/>
        <a:lstStyle/>
        <a:p>
          <a:r>
            <a:rPr lang="en-GB" dirty="0" smtClean="0"/>
            <a:t>Impact</a:t>
          </a:r>
          <a:endParaRPr lang="en-GB" dirty="0"/>
        </a:p>
      </dgm:t>
    </dgm:pt>
    <dgm:pt modelId="{1A3781B0-098A-414D-96A2-B39F80EF2406}" type="parTrans" cxnId="{363613B5-9A1A-46A1-A2F1-3CF6619953CC}">
      <dgm:prSet/>
      <dgm:spPr/>
      <dgm:t>
        <a:bodyPr/>
        <a:lstStyle/>
        <a:p>
          <a:endParaRPr lang="en-GB"/>
        </a:p>
      </dgm:t>
    </dgm:pt>
    <dgm:pt modelId="{0857F32D-DDBF-4A16-B600-53F96E89C107}" type="sibTrans" cxnId="{363613B5-9A1A-46A1-A2F1-3CF6619953CC}">
      <dgm:prSet/>
      <dgm:spPr/>
      <dgm:t>
        <a:bodyPr/>
        <a:lstStyle/>
        <a:p>
          <a:endParaRPr lang="en-GB"/>
        </a:p>
      </dgm:t>
    </dgm:pt>
    <dgm:pt modelId="{63D0FB87-F671-4BBE-A3BC-2AF0FB1FDD2A}" type="pres">
      <dgm:prSet presAssocID="{C9787486-707A-4925-8C53-070AD89F1562}" presName="cycle" presStyleCnt="0">
        <dgm:presLayoutVars>
          <dgm:dir/>
          <dgm:resizeHandles val="exact"/>
        </dgm:presLayoutVars>
      </dgm:prSet>
      <dgm:spPr/>
      <dgm:t>
        <a:bodyPr/>
        <a:lstStyle/>
        <a:p>
          <a:endParaRPr lang="en-GB"/>
        </a:p>
      </dgm:t>
    </dgm:pt>
    <dgm:pt modelId="{99F01ABB-A84F-4651-BF77-87EDED82579B}" type="pres">
      <dgm:prSet presAssocID="{1D9DCDAE-EDC5-4AF4-AA02-779C54CE3800}" presName="node" presStyleLbl="node1" presStyleIdx="0" presStyleCnt="4">
        <dgm:presLayoutVars>
          <dgm:bulletEnabled val="1"/>
        </dgm:presLayoutVars>
      </dgm:prSet>
      <dgm:spPr/>
      <dgm:t>
        <a:bodyPr/>
        <a:lstStyle/>
        <a:p>
          <a:endParaRPr lang="en-GB"/>
        </a:p>
      </dgm:t>
    </dgm:pt>
    <dgm:pt modelId="{A79C2F25-4F7F-4473-84D2-BF647D357C7D}" type="pres">
      <dgm:prSet presAssocID="{C649500A-7DFA-4AD7-9CBB-1BE3054CCACE}" presName="sibTrans" presStyleLbl="sibTrans2D1" presStyleIdx="0" presStyleCnt="4"/>
      <dgm:spPr/>
      <dgm:t>
        <a:bodyPr/>
        <a:lstStyle/>
        <a:p>
          <a:endParaRPr lang="en-GB"/>
        </a:p>
      </dgm:t>
    </dgm:pt>
    <dgm:pt modelId="{460F75FE-3B1E-40E3-B029-F1190ADB4127}" type="pres">
      <dgm:prSet presAssocID="{C649500A-7DFA-4AD7-9CBB-1BE3054CCACE}" presName="connectorText" presStyleLbl="sibTrans2D1" presStyleIdx="0" presStyleCnt="4"/>
      <dgm:spPr/>
      <dgm:t>
        <a:bodyPr/>
        <a:lstStyle/>
        <a:p>
          <a:endParaRPr lang="en-GB"/>
        </a:p>
      </dgm:t>
    </dgm:pt>
    <dgm:pt modelId="{B6302C81-97C0-4AB9-9B56-0DC51C86E368}" type="pres">
      <dgm:prSet presAssocID="{9266C69D-31B7-4CFC-B8DB-958DE501852C}" presName="node" presStyleLbl="node1" presStyleIdx="1" presStyleCnt="4">
        <dgm:presLayoutVars>
          <dgm:bulletEnabled val="1"/>
        </dgm:presLayoutVars>
      </dgm:prSet>
      <dgm:spPr/>
      <dgm:t>
        <a:bodyPr/>
        <a:lstStyle/>
        <a:p>
          <a:endParaRPr lang="en-GB"/>
        </a:p>
      </dgm:t>
    </dgm:pt>
    <dgm:pt modelId="{DE595C05-76DB-49F2-878B-3F098A6BA63F}" type="pres">
      <dgm:prSet presAssocID="{310D44BF-3117-414E-9EC6-B296047E8EC4}" presName="sibTrans" presStyleLbl="sibTrans2D1" presStyleIdx="1" presStyleCnt="4"/>
      <dgm:spPr/>
      <dgm:t>
        <a:bodyPr/>
        <a:lstStyle/>
        <a:p>
          <a:endParaRPr lang="en-GB"/>
        </a:p>
      </dgm:t>
    </dgm:pt>
    <dgm:pt modelId="{BACA7861-5F73-4E82-A85A-70CC5B984D36}" type="pres">
      <dgm:prSet presAssocID="{310D44BF-3117-414E-9EC6-B296047E8EC4}" presName="connectorText" presStyleLbl="sibTrans2D1" presStyleIdx="1" presStyleCnt="4"/>
      <dgm:spPr/>
      <dgm:t>
        <a:bodyPr/>
        <a:lstStyle/>
        <a:p>
          <a:endParaRPr lang="en-GB"/>
        </a:p>
      </dgm:t>
    </dgm:pt>
    <dgm:pt modelId="{285F0E67-7F6E-4171-B32B-6F0E8F1D91B1}" type="pres">
      <dgm:prSet presAssocID="{AD6B6CE9-9DF9-451F-95FF-A0FEBEB5C0C1}" presName="node" presStyleLbl="node1" presStyleIdx="2" presStyleCnt="4">
        <dgm:presLayoutVars>
          <dgm:bulletEnabled val="1"/>
        </dgm:presLayoutVars>
      </dgm:prSet>
      <dgm:spPr/>
      <dgm:t>
        <a:bodyPr/>
        <a:lstStyle/>
        <a:p>
          <a:endParaRPr lang="en-GB"/>
        </a:p>
      </dgm:t>
    </dgm:pt>
    <dgm:pt modelId="{FA3E2350-C4A8-4622-81DC-5907E3382CA8}" type="pres">
      <dgm:prSet presAssocID="{A4145131-ECC8-4AA0-8BF0-78099BB58474}" presName="sibTrans" presStyleLbl="sibTrans2D1" presStyleIdx="2" presStyleCnt="4"/>
      <dgm:spPr/>
      <dgm:t>
        <a:bodyPr/>
        <a:lstStyle/>
        <a:p>
          <a:endParaRPr lang="en-GB"/>
        </a:p>
      </dgm:t>
    </dgm:pt>
    <dgm:pt modelId="{EF3C6F7C-F6B5-4F53-A9EA-E7A6449BC929}" type="pres">
      <dgm:prSet presAssocID="{A4145131-ECC8-4AA0-8BF0-78099BB58474}" presName="connectorText" presStyleLbl="sibTrans2D1" presStyleIdx="2" presStyleCnt="4"/>
      <dgm:spPr/>
      <dgm:t>
        <a:bodyPr/>
        <a:lstStyle/>
        <a:p>
          <a:endParaRPr lang="en-GB"/>
        </a:p>
      </dgm:t>
    </dgm:pt>
    <dgm:pt modelId="{8AC02F26-B14B-43CF-AAD4-F93F2FC34854}" type="pres">
      <dgm:prSet presAssocID="{53493436-3435-476D-A31D-DC64D312E95C}" presName="node" presStyleLbl="node1" presStyleIdx="3" presStyleCnt="4">
        <dgm:presLayoutVars>
          <dgm:bulletEnabled val="1"/>
        </dgm:presLayoutVars>
      </dgm:prSet>
      <dgm:spPr/>
      <dgm:t>
        <a:bodyPr/>
        <a:lstStyle/>
        <a:p>
          <a:endParaRPr lang="en-GB"/>
        </a:p>
      </dgm:t>
    </dgm:pt>
    <dgm:pt modelId="{A9462420-84E1-4CA7-B34D-58D11C6780A7}" type="pres">
      <dgm:prSet presAssocID="{0857F32D-DDBF-4A16-B600-53F96E89C107}" presName="sibTrans" presStyleLbl="sibTrans2D1" presStyleIdx="3" presStyleCnt="4"/>
      <dgm:spPr/>
      <dgm:t>
        <a:bodyPr/>
        <a:lstStyle/>
        <a:p>
          <a:endParaRPr lang="en-GB"/>
        </a:p>
      </dgm:t>
    </dgm:pt>
    <dgm:pt modelId="{B24A2F15-FDEC-42F1-A61D-CAC424396A4B}" type="pres">
      <dgm:prSet presAssocID="{0857F32D-DDBF-4A16-B600-53F96E89C107}" presName="connectorText" presStyleLbl="sibTrans2D1" presStyleIdx="3" presStyleCnt="4"/>
      <dgm:spPr/>
      <dgm:t>
        <a:bodyPr/>
        <a:lstStyle/>
        <a:p>
          <a:endParaRPr lang="en-GB"/>
        </a:p>
      </dgm:t>
    </dgm:pt>
  </dgm:ptLst>
  <dgm:cxnLst>
    <dgm:cxn modelId="{DD8FF463-C72D-4C99-8D24-3D0103F05FAB}" type="presOf" srcId="{1D9DCDAE-EDC5-4AF4-AA02-779C54CE3800}" destId="{99F01ABB-A84F-4651-BF77-87EDED82579B}" srcOrd="0" destOrd="0" presId="urn:microsoft.com/office/officeart/2005/8/layout/cycle2"/>
    <dgm:cxn modelId="{3CCF8EF3-CC17-450E-B307-6AD591F67937}" type="presOf" srcId="{310D44BF-3117-414E-9EC6-B296047E8EC4}" destId="{BACA7861-5F73-4E82-A85A-70CC5B984D36}" srcOrd="1" destOrd="0" presId="urn:microsoft.com/office/officeart/2005/8/layout/cycle2"/>
    <dgm:cxn modelId="{A0FC0725-D6F9-480C-9A3E-9ACD80835FB6}" type="presOf" srcId="{9266C69D-31B7-4CFC-B8DB-958DE501852C}" destId="{B6302C81-97C0-4AB9-9B56-0DC51C86E368}" srcOrd="0" destOrd="0" presId="urn:microsoft.com/office/officeart/2005/8/layout/cycle2"/>
    <dgm:cxn modelId="{363613B5-9A1A-46A1-A2F1-3CF6619953CC}" srcId="{C9787486-707A-4925-8C53-070AD89F1562}" destId="{53493436-3435-476D-A31D-DC64D312E95C}" srcOrd="3" destOrd="0" parTransId="{1A3781B0-098A-414D-96A2-B39F80EF2406}" sibTransId="{0857F32D-DDBF-4A16-B600-53F96E89C107}"/>
    <dgm:cxn modelId="{70E8602E-0BC2-4091-83D2-A630303B2710}" type="presOf" srcId="{53493436-3435-476D-A31D-DC64D312E95C}" destId="{8AC02F26-B14B-43CF-AAD4-F93F2FC34854}" srcOrd="0" destOrd="0" presId="urn:microsoft.com/office/officeart/2005/8/layout/cycle2"/>
    <dgm:cxn modelId="{3985C77B-4BCD-4528-8F4B-17CCDA73814F}" type="presOf" srcId="{C649500A-7DFA-4AD7-9CBB-1BE3054CCACE}" destId="{A79C2F25-4F7F-4473-84D2-BF647D357C7D}" srcOrd="0" destOrd="0" presId="urn:microsoft.com/office/officeart/2005/8/layout/cycle2"/>
    <dgm:cxn modelId="{96E266B0-4CC1-43B1-9576-48787C949F5A}" type="presOf" srcId="{0857F32D-DDBF-4A16-B600-53F96E89C107}" destId="{A9462420-84E1-4CA7-B34D-58D11C6780A7}" srcOrd="0" destOrd="0" presId="urn:microsoft.com/office/officeart/2005/8/layout/cycle2"/>
    <dgm:cxn modelId="{4312FC00-9580-4296-BE76-EA9045CC2510}" srcId="{C9787486-707A-4925-8C53-070AD89F1562}" destId="{1D9DCDAE-EDC5-4AF4-AA02-779C54CE3800}" srcOrd="0" destOrd="0" parTransId="{CA570821-32F2-41A6-A2E6-27198E2AA35D}" sibTransId="{C649500A-7DFA-4AD7-9CBB-1BE3054CCACE}"/>
    <dgm:cxn modelId="{19745997-6720-4953-B3DC-20DAC8514A8D}" type="presOf" srcId="{310D44BF-3117-414E-9EC6-B296047E8EC4}" destId="{DE595C05-76DB-49F2-878B-3F098A6BA63F}" srcOrd="0" destOrd="0" presId="urn:microsoft.com/office/officeart/2005/8/layout/cycle2"/>
    <dgm:cxn modelId="{44EEAB58-634D-45E3-BA51-C4F373C0765F}" type="presOf" srcId="{C649500A-7DFA-4AD7-9CBB-1BE3054CCACE}" destId="{460F75FE-3B1E-40E3-B029-F1190ADB4127}" srcOrd="1" destOrd="0" presId="urn:microsoft.com/office/officeart/2005/8/layout/cycle2"/>
    <dgm:cxn modelId="{0A1CE0B9-0ABD-46AF-B31A-4810901A303A}" type="presOf" srcId="{AD6B6CE9-9DF9-451F-95FF-A0FEBEB5C0C1}" destId="{285F0E67-7F6E-4171-B32B-6F0E8F1D91B1}" srcOrd="0" destOrd="0" presId="urn:microsoft.com/office/officeart/2005/8/layout/cycle2"/>
    <dgm:cxn modelId="{3D97022D-9905-4031-9FFB-4791A965D18E}" type="presOf" srcId="{A4145131-ECC8-4AA0-8BF0-78099BB58474}" destId="{EF3C6F7C-F6B5-4F53-A9EA-E7A6449BC929}" srcOrd="1" destOrd="0" presId="urn:microsoft.com/office/officeart/2005/8/layout/cycle2"/>
    <dgm:cxn modelId="{BDD4CA41-5F62-404F-B9A9-F0A4E27BE569}" type="presOf" srcId="{A4145131-ECC8-4AA0-8BF0-78099BB58474}" destId="{FA3E2350-C4A8-4622-81DC-5907E3382CA8}" srcOrd="0" destOrd="0" presId="urn:microsoft.com/office/officeart/2005/8/layout/cycle2"/>
    <dgm:cxn modelId="{F6127D9A-D838-4B91-9B12-E66345519872}" type="presOf" srcId="{0857F32D-DDBF-4A16-B600-53F96E89C107}" destId="{B24A2F15-FDEC-42F1-A61D-CAC424396A4B}" srcOrd="1" destOrd="0" presId="urn:microsoft.com/office/officeart/2005/8/layout/cycle2"/>
    <dgm:cxn modelId="{B92972F0-CFEF-42FD-AE85-B743D82749C3}" type="presOf" srcId="{C9787486-707A-4925-8C53-070AD89F1562}" destId="{63D0FB87-F671-4BBE-A3BC-2AF0FB1FDD2A}" srcOrd="0" destOrd="0" presId="urn:microsoft.com/office/officeart/2005/8/layout/cycle2"/>
    <dgm:cxn modelId="{9E68823F-399C-4EE7-8DCA-3DBDB2AA10DF}" srcId="{C9787486-707A-4925-8C53-070AD89F1562}" destId="{9266C69D-31B7-4CFC-B8DB-958DE501852C}" srcOrd="1" destOrd="0" parTransId="{B39A6468-3B23-4FF7-BAC8-A70011F82AAE}" sibTransId="{310D44BF-3117-414E-9EC6-B296047E8EC4}"/>
    <dgm:cxn modelId="{C6C2B588-A207-4748-8C3F-E74CB1DFA484}" srcId="{C9787486-707A-4925-8C53-070AD89F1562}" destId="{AD6B6CE9-9DF9-451F-95FF-A0FEBEB5C0C1}" srcOrd="2" destOrd="0" parTransId="{3A18640F-8F28-44DD-A7CD-5AC0D02BBDC1}" sibTransId="{A4145131-ECC8-4AA0-8BF0-78099BB58474}"/>
    <dgm:cxn modelId="{9EBB1E60-A7FA-4897-B083-3D9B600EEBE5}" type="presParOf" srcId="{63D0FB87-F671-4BBE-A3BC-2AF0FB1FDD2A}" destId="{99F01ABB-A84F-4651-BF77-87EDED82579B}" srcOrd="0" destOrd="0" presId="urn:microsoft.com/office/officeart/2005/8/layout/cycle2"/>
    <dgm:cxn modelId="{785456A4-B5EA-4CE2-BFD6-79BB717BF18B}" type="presParOf" srcId="{63D0FB87-F671-4BBE-A3BC-2AF0FB1FDD2A}" destId="{A79C2F25-4F7F-4473-84D2-BF647D357C7D}" srcOrd="1" destOrd="0" presId="urn:microsoft.com/office/officeart/2005/8/layout/cycle2"/>
    <dgm:cxn modelId="{48636DA5-EF0A-4308-AF43-B66DAFE4E6F6}" type="presParOf" srcId="{A79C2F25-4F7F-4473-84D2-BF647D357C7D}" destId="{460F75FE-3B1E-40E3-B029-F1190ADB4127}" srcOrd="0" destOrd="0" presId="urn:microsoft.com/office/officeart/2005/8/layout/cycle2"/>
    <dgm:cxn modelId="{1E7EE108-DA59-40AA-86C6-045D3607E623}" type="presParOf" srcId="{63D0FB87-F671-4BBE-A3BC-2AF0FB1FDD2A}" destId="{B6302C81-97C0-4AB9-9B56-0DC51C86E368}" srcOrd="2" destOrd="0" presId="urn:microsoft.com/office/officeart/2005/8/layout/cycle2"/>
    <dgm:cxn modelId="{778BE069-3F77-4CE0-887F-047A009C792F}" type="presParOf" srcId="{63D0FB87-F671-4BBE-A3BC-2AF0FB1FDD2A}" destId="{DE595C05-76DB-49F2-878B-3F098A6BA63F}" srcOrd="3" destOrd="0" presId="urn:microsoft.com/office/officeart/2005/8/layout/cycle2"/>
    <dgm:cxn modelId="{D5D38364-5B85-4BC2-A82B-158FD078653D}" type="presParOf" srcId="{DE595C05-76DB-49F2-878B-3F098A6BA63F}" destId="{BACA7861-5F73-4E82-A85A-70CC5B984D36}" srcOrd="0" destOrd="0" presId="urn:microsoft.com/office/officeart/2005/8/layout/cycle2"/>
    <dgm:cxn modelId="{B56C8C34-86C8-4D31-95BD-05EBF871005A}" type="presParOf" srcId="{63D0FB87-F671-4BBE-A3BC-2AF0FB1FDD2A}" destId="{285F0E67-7F6E-4171-B32B-6F0E8F1D91B1}" srcOrd="4" destOrd="0" presId="urn:microsoft.com/office/officeart/2005/8/layout/cycle2"/>
    <dgm:cxn modelId="{AE83971C-A639-4E79-A703-E0F7357ECB29}" type="presParOf" srcId="{63D0FB87-F671-4BBE-A3BC-2AF0FB1FDD2A}" destId="{FA3E2350-C4A8-4622-81DC-5907E3382CA8}" srcOrd="5" destOrd="0" presId="urn:microsoft.com/office/officeart/2005/8/layout/cycle2"/>
    <dgm:cxn modelId="{5B6DEC80-89C5-4427-B089-726668118BB3}" type="presParOf" srcId="{FA3E2350-C4A8-4622-81DC-5907E3382CA8}" destId="{EF3C6F7C-F6B5-4F53-A9EA-E7A6449BC929}" srcOrd="0" destOrd="0" presId="urn:microsoft.com/office/officeart/2005/8/layout/cycle2"/>
    <dgm:cxn modelId="{1D2A919E-DF2C-4E5F-A280-C471B3EDF3CA}" type="presParOf" srcId="{63D0FB87-F671-4BBE-A3BC-2AF0FB1FDD2A}" destId="{8AC02F26-B14B-43CF-AAD4-F93F2FC34854}" srcOrd="6" destOrd="0" presId="urn:microsoft.com/office/officeart/2005/8/layout/cycle2"/>
    <dgm:cxn modelId="{87B36496-A5D0-47FE-A5A7-74407E7F674F}" type="presParOf" srcId="{63D0FB87-F671-4BBE-A3BC-2AF0FB1FDD2A}" destId="{A9462420-84E1-4CA7-B34D-58D11C6780A7}" srcOrd="7" destOrd="0" presId="urn:microsoft.com/office/officeart/2005/8/layout/cycle2"/>
    <dgm:cxn modelId="{213D6C63-5C57-4720-B0E6-1FE7B6133BDE}" type="presParOf" srcId="{A9462420-84E1-4CA7-B34D-58D11C6780A7}" destId="{B24A2F15-FDEC-42F1-A61D-CAC424396A4B}"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787486-707A-4925-8C53-070AD89F1562}" type="doc">
      <dgm:prSet loTypeId="urn:microsoft.com/office/officeart/2005/8/layout/cycle2" loCatId="cycle" qsTypeId="urn:microsoft.com/office/officeart/2005/8/quickstyle/simple1" qsCatId="simple" csTypeId="urn:microsoft.com/office/officeart/2005/8/colors/accent6_5" csCatId="accent6" phldr="1"/>
      <dgm:spPr/>
      <dgm:t>
        <a:bodyPr/>
        <a:lstStyle/>
        <a:p>
          <a:endParaRPr lang="en-GB"/>
        </a:p>
      </dgm:t>
    </dgm:pt>
    <dgm:pt modelId="{1D9DCDAE-EDC5-4AF4-AA02-779C54CE3800}">
      <dgm:prSet phldrT="[Text]"/>
      <dgm:spPr/>
      <dgm:t>
        <a:bodyPr/>
        <a:lstStyle/>
        <a:p>
          <a:r>
            <a:rPr lang="en-GB" dirty="0" smtClean="0"/>
            <a:t>Clarity</a:t>
          </a:r>
          <a:endParaRPr lang="en-GB" dirty="0"/>
        </a:p>
      </dgm:t>
    </dgm:pt>
    <dgm:pt modelId="{CA570821-32F2-41A6-A2E6-27198E2AA35D}" type="parTrans" cxnId="{4312FC00-9580-4296-BE76-EA9045CC2510}">
      <dgm:prSet/>
      <dgm:spPr/>
      <dgm:t>
        <a:bodyPr/>
        <a:lstStyle/>
        <a:p>
          <a:endParaRPr lang="en-GB"/>
        </a:p>
      </dgm:t>
    </dgm:pt>
    <dgm:pt modelId="{C649500A-7DFA-4AD7-9CBB-1BE3054CCACE}" type="sibTrans" cxnId="{4312FC00-9580-4296-BE76-EA9045CC2510}">
      <dgm:prSet/>
      <dgm:spPr/>
      <dgm:t>
        <a:bodyPr/>
        <a:lstStyle/>
        <a:p>
          <a:endParaRPr lang="en-GB"/>
        </a:p>
      </dgm:t>
    </dgm:pt>
    <dgm:pt modelId="{9266C69D-31B7-4CFC-B8DB-958DE501852C}">
      <dgm:prSet phldrT="[Text]"/>
      <dgm:spPr/>
      <dgm:t>
        <a:bodyPr/>
        <a:lstStyle/>
        <a:p>
          <a:r>
            <a:rPr lang="en-GB" dirty="0" smtClean="0"/>
            <a:t>Concise </a:t>
          </a:r>
          <a:endParaRPr lang="en-GB" dirty="0"/>
        </a:p>
      </dgm:t>
    </dgm:pt>
    <dgm:pt modelId="{B39A6468-3B23-4FF7-BAC8-A70011F82AAE}" type="parTrans" cxnId="{9E68823F-399C-4EE7-8DCA-3DBDB2AA10DF}">
      <dgm:prSet/>
      <dgm:spPr/>
      <dgm:t>
        <a:bodyPr/>
        <a:lstStyle/>
        <a:p>
          <a:endParaRPr lang="en-GB"/>
        </a:p>
      </dgm:t>
    </dgm:pt>
    <dgm:pt modelId="{310D44BF-3117-414E-9EC6-B296047E8EC4}" type="sibTrans" cxnId="{9E68823F-399C-4EE7-8DCA-3DBDB2AA10DF}">
      <dgm:prSet/>
      <dgm:spPr/>
      <dgm:t>
        <a:bodyPr/>
        <a:lstStyle/>
        <a:p>
          <a:endParaRPr lang="en-GB"/>
        </a:p>
      </dgm:t>
    </dgm:pt>
    <dgm:pt modelId="{AD6B6CE9-9DF9-451F-95FF-A0FEBEB5C0C1}">
      <dgm:prSet phldrT="[Text]"/>
      <dgm:spPr/>
      <dgm:t>
        <a:bodyPr/>
        <a:lstStyle/>
        <a:p>
          <a:r>
            <a:rPr lang="en-GB" dirty="0" smtClean="0"/>
            <a:t>Relevant</a:t>
          </a:r>
          <a:endParaRPr lang="en-GB" dirty="0"/>
        </a:p>
      </dgm:t>
    </dgm:pt>
    <dgm:pt modelId="{3A18640F-8F28-44DD-A7CD-5AC0D02BBDC1}" type="parTrans" cxnId="{C6C2B588-A207-4748-8C3F-E74CB1DFA484}">
      <dgm:prSet/>
      <dgm:spPr/>
      <dgm:t>
        <a:bodyPr/>
        <a:lstStyle/>
        <a:p>
          <a:endParaRPr lang="en-GB"/>
        </a:p>
      </dgm:t>
    </dgm:pt>
    <dgm:pt modelId="{A4145131-ECC8-4AA0-8BF0-78099BB58474}" type="sibTrans" cxnId="{C6C2B588-A207-4748-8C3F-E74CB1DFA484}">
      <dgm:prSet/>
      <dgm:spPr/>
      <dgm:t>
        <a:bodyPr/>
        <a:lstStyle/>
        <a:p>
          <a:endParaRPr lang="en-GB"/>
        </a:p>
      </dgm:t>
    </dgm:pt>
    <dgm:pt modelId="{53493436-3435-476D-A31D-DC64D312E95C}">
      <dgm:prSet phldrT="[Text]"/>
      <dgm:spPr/>
      <dgm:t>
        <a:bodyPr/>
        <a:lstStyle/>
        <a:p>
          <a:r>
            <a:rPr lang="en-GB" dirty="0" smtClean="0"/>
            <a:t>Impact</a:t>
          </a:r>
          <a:endParaRPr lang="en-GB" dirty="0"/>
        </a:p>
      </dgm:t>
    </dgm:pt>
    <dgm:pt modelId="{1A3781B0-098A-414D-96A2-B39F80EF2406}" type="parTrans" cxnId="{363613B5-9A1A-46A1-A2F1-3CF6619953CC}">
      <dgm:prSet/>
      <dgm:spPr/>
      <dgm:t>
        <a:bodyPr/>
        <a:lstStyle/>
        <a:p>
          <a:endParaRPr lang="en-GB"/>
        </a:p>
      </dgm:t>
    </dgm:pt>
    <dgm:pt modelId="{0857F32D-DDBF-4A16-B600-53F96E89C107}" type="sibTrans" cxnId="{363613B5-9A1A-46A1-A2F1-3CF6619953CC}">
      <dgm:prSet/>
      <dgm:spPr/>
      <dgm:t>
        <a:bodyPr/>
        <a:lstStyle/>
        <a:p>
          <a:endParaRPr lang="en-GB"/>
        </a:p>
      </dgm:t>
    </dgm:pt>
    <dgm:pt modelId="{63D0FB87-F671-4BBE-A3BC-2AF0FB1FDD2A}" type="pres">
      <dgm:prSet presAssocID="{C9787486-707A-4925-8C53-070AD89F1562}" presName="cycle" presStyleCnt="0">
        <dgm:presLayoutVars>
          <dgm:dir/>
          <dgm:resizeHandles val="exact"/>
        </dgm:presLayoutVars>
      </dgm:prSet>
      <dgm:spPr/>
      <dgm:t>
        <a:bodyPr/>
        <a:lstStyle/>
        <a:p>
          <a:endParaRPr lang="en-GB"/>
        </a:p>
      </dgm:t>
    </dgm:pt>
    <dgm:pt modelId="{99F01ABB-A84F-4651-BF77-87EDED82579B}" type="pres">
      <dgm:prSet presAssocID="{1D9DCDAE-EDC5-4AF4-AA02-779C54CE3800}" presName="node" presStyleLbl="node1" presStyleIdx="0" presStyleCnt="4">
        <dgm:presLayoutVars>
          <dgm:bulletEnabled val="1"/>
        </dgm:presLayoutVars>
      </dgm:prSet>
      <dgm:spPr/>
      <dgm:t>
        <a:bodyPr/>
        <a:lstStyle/>
        <a:p>
          <a:endParaRPr lang="en-GB"/>
        </a:p>
      </dgm:t>
    </dgm:pt>
    <dgm:pt modelId="{A79C2F25-4F7F-4473-84D2-BF647D357C7D}" type="pres">
      <dgm:prSet presAssocID="{C649500A-7DFA-4AD7-9CBB-1BE3054CCACE}" presName="sibTrans" presStyleLbl="sibTrans2D1" presStyleIdx="0" presStyleCnt="4"/>
      <dgm:spPr/>
      <dgm:t>
        <a:bodyPr/>
        <a:lstStyle/>
        <a:p>
          <a:endParaRPr lang="en-GB"/>
        </a:p>
      </dgm:t>
    </dgm:pt>
    <dgm:pt modelId="{460F75FE-3B1E-40E3-B029-F1190ADB4127}" type="pres">
      <dgm:prSet presAssocID="{C649500A-7DFA-4AD7-9CBB-1BE3054CCACE}" presName="connectorText" presStyleLbl="sibTrans2D1" presStyleIdx="0" presStyleCnt="4"/>
      <dgm:spPr/>
      <dgm:t>
        <a:bodyPr/>
        <a:lstStyle/>
        <a:p>
          <a:endParaRPr lang="en-GB"/>
        </a:p>
      </dgm:t>
    </dgm:pt>
    <dgm:pt modelId="{B6302C81-97C0-4AB9-9B56-0DC51C86E368}" type="pres">
      <dgm:prSet presAssocID="{9266C69D-31B7-4CFC-B8DB-958DE501852C}" presName="node" presStyleLbl="node1" presStyleIdx="1" presStyleCnt="4">
        <dgm:presLayoutVars>
          <dgm:bulletEnabled val="1"/>
        </dgm:presLayoutVars>
      </dgm:prSet>
      <dgm:spPr/>
      <dgm:t>
        <a:bodyPr/>
        <a:lstStyle/>
        <a:p>
          <a:endParaRPr lang="en-GB"/>
        </a:p>
      </dgm:t>
    </dgm:pt>
    <dgm:pt modelId="{DE595C05-76DB-49F2-878B-3F098A6BA63F}" type="pres">
      <dgm:prSet presAssocID="{310D44BF-3117-414E-9EC6-B296047E8EC4}" presName="sibTrans" presStyleLbl="sibTrans2D1" presStyleIdx="1" presStyleCnt="4"/>
      <dgm:spPr/>
      <dgm:t>
        <a:bodyPr/>
        <a:lstStyle/>
        <a:p>
          <a:endParaRPr lang="en-GB"/>
        </a:p>
      </dgm:t>
    </dgm:pt>
    <dgm:pt modelId="{BACA7861-5F73-4E82-A85A-70CC5B984D36}" type="pres">
      <dgm:prSet presAssocID="{310D44BF-3117-414E-9EC6-B296047E8EC4}" presName="connectorText" presStyleLbl="sibTrans2D1" presStyleIdx="1" presStyleCnt="4"/>
      <dgm:spPr/>
      <dgm:t>
        <a:bodyPr/>
        <a:lstStyle/>
        <a:p>
          <a:endParaRPr lang="en-GB"/>
        </a:p>
      </dgm:t>
    </dgm:pt>
    <dgm:pt modelId="{285F0E67-7F6E-4171-B32B-6F0E8F1D91B1}" type="pres">
      <dgm:prSet presAssocID="{AD6B6CE9-9DF9-451F-95FF-A0FEBEB5C0C1}" presName="node" presStyleLbl="node1" presStyleIdx="2" presStyleCnt="4">
        <dgm:presLayoutVars>
          <dgm:bulletEnabled val="1"/>
        </dgm:presLayoutVars>
      </dgm:prSet>
      <dgm:spPr/>
      <dgm:t>
        <a:bodyPr/>
        <a:lstStyle/>
        <a:p>
          <a:endParaRPr lang="en-GB"/>
        </a:p>
      </dgm:t>
    </dgm:pt>
    <dgm:pt modelId="{FA3E2350-C4A8-4622-81DC-5907E3382CA8}" type="pres">
      <dgm:prSet presAssocID="{A4145131-ECC8-4AA0-8BF0-78099BB58474}" presName="sibTrans" presStyleLbl="sibTrans2D1" presStyleIdx="2" presStyleCnt="4"/>
      <dgm:spPr/>
      <dgm:t>
        <a:bodyPr/>
        <a:lstStyle/>
        <a:p>
          <a:endParaRPr lang="en-GB"/>
        </a:p>
      </dgm:t>
    </dgm:pt>
    <dgm:pt modelId="{EF3C6F7C-F6B5-4F53-A9EA-E7A6449BC929}" type="pres">
      <dgm:prSet presAssocID="{A4145131-ECC8-4AA0-8BF0-78099BB58474}" presName="connectorText" presStyleLbl="sibTrans2D1" presStyleIdx="2" presStyleCnt="4"/>
      <dgm:spPr/>
      <dgm:t>
        <a:bodyPr/>
        <a:lstStyle/>
        <a:p>
          <a:endParaRPr lang="en-GB"/>
        </a:p>
      </dgm:t>
    </dgm:pt>
    <dgm:pt modelId="{8AC02F26-B14B-43CF-AAD4-F93F2FC34854}" type="pres">
      <dgm:prSet presAssocID="{53493436-3435-476D-A31D-DC64D312E95C}" presName="node" presStyleLbl="node1" presStyleIdx="3" presStyleCnt="4">
        <dgm:presLayoutVars>
          <dgm:bulletEnabled val="1"/>
        </dgm:presLayoutVars>
      </dgm:prSet>
      <dgm:spPr/>
      <dgm:t>
        <a:bodyPr/>
        <a:lstStyle/>
        <a:p>
          <a:endParaRPr lang="en-GB"/>
        </a:p>
      </dgm:t>
    </dgm:pt>
    <dgm:pt modelId="{A9462420-84E1-4CA7-B34D-58D11C6780A7}" type="pres">
      <dgm:prSet presAssocID="{0857F32D-DDBF-4A16-B600-53F96E89C107}" presName="sibTrans" presStyleLbl="sibTrans2D1" presStyleIdx="3" presStyleCnt="4"/>
      <dgm:spPr/>
      <dgm:t>
        <a:bodyPr/>
        <a:lstStyle/>
        <a:p>
          <a:endParaRPr lang="en-GB"/>
        </a:p>
      </dgm:t>
    </dgm:pt>
    <dgm:pt modelId="{B24A2F15-FDEC-42F1-A61D-CAC424396A4B}" type="pres">
      <dgm:prSet presAssocID="{0857F32D-DDBF-4A16-B600-53F96E89C107}" presName="connectorText" presStyleLbl="sibTrans2D1" presStyleIdx="3" presStyleCnt="4"/>
      <dgm:spPr/>
      <dgm:t>
        <a:bodyPr/>
        <a:lstStyle/>
        <a:p>
          <a:endParaRPr lang="en-GB"/>
        </a:p>
      </dgm:t>
    </dgm:pt>
  </dgm:ptLst>
  <dgm:cxnLst>
    <dgm:cxn modelId="{950604E8-5E2C-42D7-A25C-3007E2A4F4B1}" type="presOf" srcId="{0857F32D-DDBF-4A16-B600-53F96E89C107}" destId="{B24A2F15-FDEC-42F1-A61D-CAC424396A4B}" srcOrd="1" destOrd="0" presId="urn:microsoft.com/office/officeart/2005/8/layout/cycle2"/>
    <dgm:cxn modelId="{D8D3B9E0-0994-44F4-862C-61CB19C3431C}" type="presOf" srcId="{1D9DCDAE-EDC5-4AF4-AA02-779C54CE3800}" destId="{99F01ABB-A84F-4651-BF77-87EDED82579B}" srcOrd="0" destOrd="0" presId="urn:microsoft.com/office/officeart/2005/8/layout/cycle2"/>
    <dgm:cxn modelId="{8FC8F4C3-5855-4725-A77F-4F682594017B}" type="presOf" srcId="{A4145131-ECC8-4AA0-8BF0-78099BB58474}" destId="{EF3C6F7C-F6B5-4F53-A9EA-E7A6449BC929}" srcOrd="1" destOrd="0" presId="urn:microsoft.com/office/officeart/2005/8/layout/cycle2"/>
    <dgm:cxn modelId="{1C7854B6-89F7-4C1E-8763-C7AB76C194D6}" type="presOf" srcId="{0857F32D-DDBF-4A16-B600-53F96E89C107}" destId="{A9462420-84E1-4CA7-B34D-58D11C6780A7}" srcOrd="0" destOrd="0" presId="urn:microsoft.com/office/officeart/2005/8/layout/cycle2"/>
    <dgm:cxn modelId="{363613B5-9A1A-46A1-A2F1-3CF6619953CC}" srcId="{C9787486-707A-4925-8C53-070AD89F1562}" destId="{53493436-3435-476D-A31D-DC64D312E95C}" srcOrd="3" destOrd="0" parTransId="{1A3781B0-098A-414D-96A2-B39F80EF2406}" sibTransId="{0857F32D-DDBF-4A16-B600-53F96E89C107}"/>
    <dgm:cxn modelId="{B8F8A4DB-25B0-4976-B324-82AD43B0B12C}" type="presOf" srcId="{C649500A-7DFA-4AD7-9CBB-1BE3054CCACE}" destId="{A79C2F25-4F7F-4473-84D2-BF647D357C7D}" srcOrd="0" destOrd="0" presId="urn:microsoft.com/office/officeart/2005/8/layout/cycle2"/>
    <dgm:cxn modelId="{5E707FB8-AC6D-4715-B4B9-7EEE6751E3B6}" type="presOf" srcId="{310D44BF-3117-414E-9EC6-B296047E8EC4}" destId="{DE595C05-76DB-49F2-878B-3F098A6BA63F}" srcOrd="0" destOrd="0" presId="urn:microsoft.com/office/officeart/2005/8/layout/cycle2"/>
    <dgm:cxn modelId="{7FB4B8F9-4CE0-4F10-81CD-7391D240FD18}" type="presOf" srcId="{C649500A-7DFA-4AD7-9CBB-1BE3054CCACE}" destId="{460F75FE-3B1E-40E3-B029-F1190ADB4127}" srcOrd="1" destOrd="0" presId="urn:microsoft.com/office/officeart/2005/8/layout/cycle2"/>
    <dgm:cxn modelId="{4312FC00-9580-4296-BE76-EA9045CC2510}" srcId="{C9787486-707A-4925-8C53-070AD89F1562}" destId="{1D9DCDAE-EDC5-4AF4-AA02-779C54CE3800}" srcOrd="0" destOrd="0" parTransId="{CA570821-32F2-41A6-A2E6-27198E2AA35D}" sibTransId="{C649500A-7DFA-4AD7-9CBB-1BE3054CCACE}"/>
    <dgm:cxn modelId="{23FB6E2A-5F51-45D1-B1AE-FC884E6DDDDF}" type="presOf" srcId="{9266C69D-31B7-4CFC-B8DB-958DE501852C}" destId="{B6302C81-97C0-4AB9-9B56-0DC51C86E368}" srcOrd="0" destOrd="0" presId="urn:microsoft.com/office/officeart/2005/8/layout/cycle2"/>
    <dgm:cxn modelId="{9E68823F-399C-4EE7-8DCA-3DBDB2AA10DF}" srcId="{C9787486-707A-4925-8C53-070AD89F1562}" destId="{9266C69D-31B7-4CFC-B8DB-958DE501852C}" srcOrd="1" destOrd="0" parTransId="{B39A6468-3B23-4FF7-BAC8-A70011F82AAE}" sibTransId="{310D44BF-3117-414E-9EC6-B296047E8EC4}"/>
    <dgm:cxn modelId="{29A2FA7C-FF00-4FD2-9CD9-4B4380B604F9}" type="presOf" srcId="{C9787486-707A-4925-8C53-070AD89F1562}" destId="{63D0FB87-F671-4BBE-A3BC-2AF0FB1FDD2A}" srcOrd="0" destOrd="0" presId="urn:microsoft.com/office/officeart/2005/8/layout/cycle2"/>
    <dgm:cxn modelId="{B6622A69-8848-486A-9665-18F979EB6731}" type="presOf" srcId="{A4145131-ECC8-4AA0-8BF0-78099BB58474}" destId="{FA3E2350-C4A8-4622-81DC-5907E3382CA8}" srcOrd="0" destOrd="0" presId="urn:microsoft.com/office/officeart/2005/8/layout/cycle2"/>
    <dgm:cxn modelId="{D83279FE-D34D-4B55-97CD-2EE8D80B760D}" type="presOf" srcId="{AD6B6CE9-9DF9-451F-95FF-A0FEBEB5C0C1}" destId="{285F0E67-7F6E-4171-B32B-6F0E8F1D91B1}" srcOrd="0" destOrd="0" presId="urn:microsoft.com/office/officeart/2005/8/layout/cycle2"/>
    <dgm:cxn modelId="{C16581BD-02B9-437C-B103-7305EA8A1F8D}" type="presOf" srcId="{53493436-3435-476D-A31D-DC64D312E95C}" destId="{8AC02F26-B14B-43CF-AAD4-F93F2FC34854}" srcOrd="0" destOrd="0" presId="urn:microsoft.com/office/officeart/2005/8/layout/cycle2"/>
    <dgm:cxn modelId="{413CA1D4-29C9-4EE0-A35C-0F8C7FB1F142}" type="presOf" srcId="{310D44BF-3117-414E-9EC6-B296047E8EC4}" destId="{BACA7861-5F73-4E82-A85A-70CC5B984D36}" srcOrd="1" destOrd="0" presId="urn:microsoft.com/office/officeart/2005/8/layout/cycle2"/>
    <dgm:cxn modelId="{C6C2B588-A207-4748-8C3F-E74CB1DFA484}" srcId="{C9787486-707A-4925-8C53-070AD89F1562}" destId="{AD6B6CE9-9DF9-451F-95FF-A0FEBEB5C0C1}" srcOrd="2" destOrd="0" parTransId="{3A18640F-8F28-44DD-A7CD-5AC0D02BBDC1}" sibTransId="{A4145131-ECC8-4AA0-8BF0-78099BB58474}"/>
    <dgm:cxn modelId="{A3981A68-930B-4683-971A-91A1C2721ADE}" type="presParOf" srcId="{63D0FB87-F671-4BBE-A3BC-2AF0FB1FDD2A}" destId="{99F01ABB-A84F-4651-BF77-87EDED82579B}" srcOrd="0" destOrd="0" presId="urn:microsoft.com/office/officeart/2005/8/layout/cycle2"/>
    <dgm:cxn modelId="{70F35000-3C7E-4A09-89B7-58E6C90B70B0}" type="presParOf" srcId="{63D0FB87-F671-4BBE-A3BC-2AF0FB1FDD2A}" destId="{A79C2F25-4F7F-4473-84D2-BF647D357C7D}" srcOrd="1" destOrd="0" presId="urn:microsoft.com/office/officeart/2005/8/layout/cycle2"/>
    <dgm:cxn modelId="{BAC80260-7B71-441E-B9B2-B3CB3CDA39E1}" type="presParOf" srcId="{A79C2F25-4F7F-4473-84D2-BF647D357C7D}" destId="{460F75FE-3B1E-40E3-B029-F1190ADB4127}" srcOrd="0" destOrd="0" presId="urn:microsoft.com/office/officeart/2005/8/layout/cycle2"/>
    <dgm:cxn modelId="{60423EE3-D48C-4CE6-83B1-C6B35DF61C7B}" type="presParOf" srcId="{63D0FB87-F671-4BBE-A3BC-2AF0FB1FDD2A}" destId="{B6302C81-97C0-4AB9-9B56-0DC51C86E368}" srcOrd="2" destOrd="0" presId="urn:microsoft.com/office/officeart/2005/8/layout/cycle2"/>
    <dgm:cxn modelId="{FA9F46F7-86EA-4478-AD6A-00528AC71435}" type="presParOf" srcId="{63D0FB87-F671-4BBE-A3BC-2AF0FB1FDD2A}" destId="{DE595C05-76DB-49F2-878B-3F098A6BA63F}" srcOrd="3" destOrd="0" presId="urn:microsoft.com/office/officeart/2005/8/layout/cycle2"/>
    <dgm:cxn modelId="{11078247-B4B6-44C8-8D7E-A74854B96333}" type="presParOf" srcId="{DE595C05-76DB-49F2-878B-3F098A6BA63F}" destId="{BACA7861-5F73-4E82-A85A-70CC5B984D36}" srcOrd="0" destOrd="0" presId="urn:microsoft.com/office/officeart/2005/8/layout/cycle2"/>
    <dgm:cxn modelId="{34B81DC1-5490-4833-B96E-D39D34A05D97}" type="presParOf" srcId="{63D0FB87-F671-4BBE-A3BC-2AF0FB1FDD2A}" destId="{285F0E67-7F6E-4171-B32B-6F0E8F1D91B1}" srcOrd="4" destOrd="0" presId="urn:microsoft.com/office/officeart/2005/8/layout/cycle2"/>
    <dgm:cxn modelId="{6397B8F4-B8D2-4B88-914C-E7C010666AA5}" type="presParOf" srcId="{63D0FB87-F671-4BBE-A3BC-2AF0FB1FDD2A}" destId="{FA3E2350-C4A8-4622-81DC-5907E3382CA8}" srcOrd="5" destOrd="0" presId="urn:microsoft.com/office/officeart/2005/8/layout/cycle2"/>
    <dgm:cxn modelId="{BFD0ACE8-F0B8-4A5A-9E02-AC62E6E15D3E}" type="presParOf" srcId="{FA3E2350-C4A8-4622-81DC-5907E3382CA8}" destId="{EF3C6F7C-F6B5-4F53-A9EA-E7A6449BC929}" srcOrd="0" destOrd="0" presId="urn:microsoft.com/office/officeart/2005/8/layout/cycle2"/>
    <dgm:cxn modelId="{25C648A2-0C6A-4839-88A1-9F2A8200078F}" type="presParOf" srcId="{63D0FB87-F671-4BBE-A3BC-2AF0FB1FDD2A}" destId="{8AC02F26-B14B-43CF-AAD4-F93F2FC34854}" srcOrd="6" destOrd="0" presId="urn:microsoft.com/office/officeart/2005/8/layout/cycle2"/>
    <dgm:cxn modelId="{6BE11F89-0015-4B39-9A6C-660BF60E926E}" type="presParOf" srcId="{63D0FB87-F671-4BBE-A3BC-2AF0FB1FDD2A}" destId="{A9462420-84E1-4CA7-B34D-58D11C6780A7}" srcOrd="7" destOrd="0" presId="urn:microsoft.com/office/officeart/2005/8/layout/cycle2"/>
    <dgm:cxn modelId="{D391AA37-3960-49F0-A900-6B102E2F4CBE}" type="presParOf" srcId="{A9462420-84E1-4CA7-B34D-58D11C6780A7}" destId="{B24A2F15-FDEC-42F1-A61D-CAC424396A4B}"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9787486-707A-4925-8C53-070AD89F1562}" type="doc">
      <dgm:prSet loTypeId="urn:microsoft.com/office/officeart/2005/8/layout/cycle2" loCatId="cycle" qsTypeId="urn:microsoft.com/office/officeart/2005/8/quickstyle/simple1" qsCatId="simple" csTypeId="urn:microsoft.com/office/officeart/2005/8/colors/accent6_5" csCatId="accent6" phldr="1"/>
      <dgm:spPr/>
      <dgm:t>
        <a:bodyPr/>
        <a:lstStyle/>
        <a:p>
          <a:endParaRPr lang="en-GB"/>
        </a:p>
      </dgm:t>
    </dgm:pt>
    <dgm:pt modelId="{1D9DCDAE-EDC5-4AF4-AA02-779C54CE3800}">
      <dgm:prSet phldrT="[Text]"/>
      <dgm:spPr/>
      <dgm:t>
        <a:bodyPr/>
        <a:lstStyle/>
        <a:p>
          <a:r>
            <a:rPr lang="en-GB" dirty="0" smtClean="0"/>
            <a:t>Share &amp; learn</a:t>
          </a:r>
          <a:endParaRPr lang="en-GB" dirty="0"/>
        </a:p>
      </dgm:t>
    </dgm:pt>
    <dgm:pt modelId="{CA570821-32F2-41A6-A2E6-27198E2AA35D}" type="parTrans" cxnId="{4312FC00-9580-4296-BE76-EA9045CC2510}">
      <dgm:prSet/>
      <dgm:spPr/>
      <dgm:t>
        <a:bodyPr/>
        <a:lstStyle/>
        <a:p>
          <a:endParaRPr lang="en-GB"/>
        </a:p>
      </dgm:t>
    </dgm:pt>
    <dgm:pt modelId="{C649500A-7DFA-4AD7-9CBB-1BE3054CCACE}" type="sibTrans" cxnId="{4312FC00-9580-4296-BE76-EA9045CC2510}">
      <dgm:prSet/>
      <dgm:spPr/>
      <dgm:t>
        <a:bodyPr/>
        <a:lstStyle/>
        <a:p>
          <a:endParaRPr lang="en-GB"/>
        </a:p>
      </dgm:t>
    </dgm:pt>
    <dgm:pt modelId="{9266C69D-31B7-4CFC-B8DB-958DE501852C}">
      <dgm:prSet phldrT="[Text]"/>
      <dgm:spPr/>
      <dgm:t>
        <a:bodyPr/>
        <a:lstStyle/>
        <a:p>
          <a:r>
            <a:rPr lang="en-GB" dirty="0" smtClean="0"/>
            <a:t>Identify gaps</a:t>
          </a:r>
        </a:p>
        <a:p>
          <a:r>
            <a:rPr lang="en-GB" dirty="0" smtClean="0"/>
            <a:t> </a:t>
          </a:r>
          <a:endParaRPr lang="en-GB" dirty="0"/>
        </a:p>
      </dgm:t>
    </dgm:pt>
    <dgm:pt modelId="{B39A6468-3B23-4FF7-BAC8-A70011F82AAE}" type="parTrans" cxnId="{9E68823F-399C-4EE7-8DCA-3DBDB2AA10DF}">
      <dgm:prSet/>
      <dgm:spPr/>
      <dgm:t>
        <a:bodyPr/>
        <a:lstStyle/>
        <a:p>
          <a:endParaRPr lang="en-GB"/>
        </a:p>
      </dgm:t>
    </dgm:pt>
    <dgm:pt modelId="{310D44BF-3117-414E-9EC6-B296047E8EC4}" type="sibTrans" cxnId="{9E68823F-399C-4EE7-8DCA-3DBDB2AA10DF}">
      <dgm:prSet/>
      <dgm:spPr/>
      <dgm:t>
        <a:bodyPr/>
        <a:lstStyle/>
        <a:p>
          <a:endParaRPr lang="en-GB"/>
        </a:p>
      </dgm:t>
    </dgm:pt>
    <dgm:pt modelId="{AD6B6CE9-9DF9-451F-95FF-A0FEBEB5C0C1}">
      <dgm:prSet phldrT="[Text]"/>
      <dgm:spPr/>
      <dgm:t>
        <a:bodyPr/>
        <a:lstStyle/>
        <a:p>
          <a:r>
            <a:rPr lang="en-GB" dirty="0" smtClean="0"/>
            <a:t>Generate ideas</a:t>
          </a:r>
          <a:endParaRPr lang="en-GB" dirty="0"/>
        </a:p>
      </dgm:t>
    </dgm:pt>
    <dgm:pt modelId="{3A18640F-8F28-44DD-A7CD-5AC0D02BBDC1}" type="parTrans" cxnId="{C6C2B588-A207-4748-8C3F-E74CB1DFA484}">
      <dgm:prSet/>
      <dgm:spPr/>
      <dgm:t>
        <a:bodyPr/>
        <a:lstStyle/>
        <a:p>
          <a:endParaRPr lang="en-GB"/>
        </a:p>
      </dgm:t>
    </dgm:pt>
    <dgm:pt modelId="{A4145131-ECC8-4AA0-8BF0-78099BB58474}" type="sibTrans" cxnId="{C6C2B588-A207-4748-8C3F-E74CB1DFA484}">
      <dgm:prSet/>
      <dgm:spPr/>
      <dgm:t>
        <a:bodyPr/>
        <a:lstStyle/>
        <a:p>
          <a:endParaRPr lang="en-GB"/>
        </a:p>
      </dgm:t>
    </dgm:pt>
    <dgm:pt modelId="{53493436-3435-476D-A31D-DC64D312E95C}">
      <dgm:prSet phldrT="[Text]"/>
      <dgm:spPr/>
      <dgm:t>
        <a:bodyPr/>
        <a:lstStyle/>
        <a:p>
          <a:r>
            <a:rPr lang="en-GB" dirty="0" smtClean="0"/>
            <a:t>Evidence base</a:t>
          </a:r>
          <a:endParaRPr lang="en-GB" dirty="0"/>
        </a:p>
      </dgm:t>
    </dgm:pt>
    <dgm:pt modelId="{1A3781B0-098A-414D-96A2-B39F80EF2406}" type="parTrans" cxnId="{363613B5-9A1A-46A1-A2F1-3CF6619953CC}">
      <dgm:prSet/>
      <dgm:spPr/>
      <dgm:t>
        <a:bodyPr/>
        <a:lstStyle/>
        <a:p>
          <a:endParaRPr lang="en-GB"/>
        </a:p>
      </dgm:t>
    </dgm:pt>
    <dgm:pt modelId="{0857F32D-DDBF-4A16-B600-53F96E89C107}" type="sibTrans" cxnId="{363613B5-9A1A-46A1-A2F1-3CF6619953CC}">
      <dgm:prSet/>
      <dgm:spPr/>
      <dgm:t>
        <a:bodyPr/>
        <a:lstStyle/>
        <a:p>
          <a:endParaRPr lang="en-GB"/>
        </a:p>
      </dgm:t>
    </dgm:pt>
    <dgm:pt modelId="{63D0FB87-F671-4BBE-A3BC-2AF0FB1FDD2A}" type="pres">
      <dgm:prSet presAssocID="{C9787486-707A-4925-8C53-070AD89F1562}" presName="cycle" presStyleCnt="0">
        <dgm:presLayoutVars>
          <dgm:dir/>
          <dgm:resizeHandles val="exact"/>
        </dgm:presLayoutVars>
      </dgm:prSet>
      <dgm:spPr/>
      <dgm:t>
        <a:bodyPr/>
        <a:lstStyle/>
        <a:p>
          <a:endParaRPr lang="en-GB"/>
        </a:p>
      </dgm:t>
    </dgm:pt>
    <dgm:pt modelId="{99F01ABB-A84F-4651-BF77-87EDED82579B}" type="pres">
      <dgm:prSet presAssocID="{1D9DCDAE-EDC5-4AF4-AA02-779C54CE3800}" presName="node" presStyleLbl="node1" presStyleIdx="0" presStyleCnt="4">
        <dgm:presLayoutVars>
          <dgm:bulletEnabled val="1"/>
        </dgm:presLayoutVars>
      </dgm:prSet>
      <dgm:spPr/>
      <dgm:t>
        <a:bodyPr/>
        <a:lstStyle/>
        <a:p>
          <a:endParaRPr lang="en-GB"/>
        </a:p>
      </dgm:t>
    </dgm:pt>
    <dgm:pt modelId="{A79C2F25-4F7F-4473-84D2-BF647D357C7D}" type="pres">
      <dgm:prSet presAssocID="{C649500A-7DFA-4AD7-9CBB-1BE3054CCACE}" presName="sibTrans" presStyleLbl="sibTrans2D1" presStyleIdx="0" presStyleCnt="4"/>
      <dgm:spPr/>
      <dgm:t>
        <a:bodyPr/>
        <a:lstStyle/>
        <a:p>
          <a:endParaRPr lang="en-GB"/>
        </a:p>
      </dgm:t>
    </dgm:pt>
    <dgm:pt modelId="{460F75FE-3B1E-40E3-B029-F1190ADB4127}" type="pres">
      <dgm:prSet presAssocID="{C649500A-7DFA-4AD7-9CBB-1BE3054CCACE}" presName="connectorText" presStyleLbl="sibTrans2D1" presStyleIdx="0" presStyleCnt="4"/>
      <dgm:spPr/>
      <dgm:t>
        <a:bodyPr/>
        <a:lstStyle/>
        <a:p>
          <a:endParaRPr lang="en-GB"/>
        </a:p>
      </dgm:t>
    </dgm:pt>
    <dgm:pt modelId="{B6302C81-97C0-4AB9-9B56-0DC51C86E368}" type="pres">
      <dgm:prSet presAssocID="{9266C69D-31B7-4CFC-B8DB-958DE501852C}" presName="node" presStyleLbl="node1" presStyleIdx="1" presStyleCnt="4">
        <dgm:presLayoutVars>
          <dgm:bulletEnabled val="1"/>
        </dgm:presLayoutVars>
      </dgm:prSet>
      <dgm:spPr/>
      <dgm:t>
        <a:bodyPr/>
        <a:lstStyle/>
        <a:p>
          <a:endParaRPr lang="en-GB"/>
        </a:p>
      </dgm:t>
    </dgm:pt>
    <dgm:pt modelId="{DE595C05-76DB-49F2-878B-3F098A6BA63F}" type="pres">
      <dgm:prSet presAssocID="{310D44BF-3117-414E-9EC6-B296047E8EC4}" presName="sibTrans" presStyleLbl="sibTrans2D1" presStyleIdx="1" presStyleCnt="4"/>
      <dgm:spPr/>
      <dgm:t>
        <a:bodyPr/>
        <a:lstStyle/>
        <a:p>
          <a:endParaRPr lang="en-GB"/>
        </a:p>
      </dgm:t>
    </dgm:pt>
    <dgm:pt modelId="{BACA7861-5F73-4E82-A85A-70CC5B984D36}" type="pres">
      <dgm:prSet presAssocID="{310D44BF-3117-414E-9EC6-B296047E8EC4}" presName="connectorText" presStyleLbl="sibTrans2D1" presStyleIdx="1" presStyleCnt="4"/>
      <dgm:spPr/>
      <dgm:t>
        <a:bodyPr/>
        <a:lstStyle/>
        <a:p>
          <a:endParaRPr lang="en-GB"/>
        </a:p>
      </dgm:t>
    </dgm:pt>
    <dgm:pt modelId="{285F0E67-7F6E-4171-B32B-6F0E8F1D91B1}" type="pres">
      <dgm:prSet presAssocID="{AD6B6CE9-9DF9-451F-95FF-A0FEBEB5C0C1}" presName="node" presStyleLbl="node1" presStyleIdx="2" presStyleCnt="4">
        <dgm:presLayoutVars>
          <dgm:bulletEnabled val="1"/>
        </dgm:presLayoutVars>
      </dgm:prSet>
      <dgm:spPr/>
      <dgm:t>
        <a:bodyPr/>
        <a:lstStyle/>
        <a:p>
          <a:endParaRPr lang="en-GB"/>
        </a:p>
      </dgm:t>
    </dgm:pt>
    <dgm:pt modelId="{FA3E2350-C4A8-4622-81DC-5907E3382CA8}" type="pres">
      <dgm:prSet presAssocID="{A4145131-ECC8-4AA0-8BF0-78099BB58474}" presName="sibTrans" presStyleLbl="sibTrans2D1" presStyleIdx="2" presStyleCnt="4"/>
      <dgm:spPr/>
      <dgm:t>
        <a:bodyPr/>
        <a:lstStyle/>
        <a:p>
          <a:endParaRPr lang="en-GB"/>
        </a:p>
      </dgm:t>
    </dgm:pt>
    <dgm:pt modelId="{EF3C6F7C-F6B5-4F53-A9EA-E7A6449BC929}" type="pres">
      <dgm:prSet presAssocID="{A4145131-ECC8-4AA0-8BF0-78099BB58474}" presName="connectorText" presStyleLbl="sibTrans2D1" presStyleIdx="2" presStyleCnt="4"/>
      <dgm:spPr/>
      <dgm:t>
        <a:bodyPr/>
        <a:lstStyle/>
        <a:p>
          <a:endParaRPr lang="en-GB"/>
        </a:p>
      </dgm:t>
    </dgm:pt>
    <dgm:pt modelId="{8AC02F26-B14B-43CF-AAD4-F93F2FC34854}" type="pres">
      <dgm:prSet presAssocID="{53493436-3435-476D-A31D-DC64D312E95C}" presName="node" presStyleLbl="node1" presStyleIdx="3" presStyleCnt="4">
        <dgm:presLayoutVars>
          <dgm:bulletEnabled val="1"/>
        </dgm:presLayoutVars>
      </dgm:prSet>
      <dgm:spPr/>
      <dgm:t>
        <a:bodyPr/>
        <a:lstStyle/>
        <a:p>
          <a:endParaRPr lang="en-GB"/>
        </a:p>
      </dgm:t>
    </dgm:pt>
    <dgm:pt modelId="{A9462420-84E1-4CA7-B34D-58D11C6780A7}" type="pres">
      <dgm:prSet presAssocID="{0857F32D-DDBF-4A16-B600-53F96E89C107}" presName="sibTrans" presStyleLbl="sibTrans2D1" presStyleIdx="3" presStyleCnt="4"/>
      <dgm:spPr/>
      <dgm:t>
        <a:bodyPr/>
        <a:lstStyle/>
        <a:p>
          <a:endParaRPr lang="en-GB"/>
        </a:p>
      </dgm:t>
    </dgm:pt>
    <dgm:pt modelId="{B24A2F15-FDEC-42F1-A61D-CAC424396A4B}" type="pres">
      <dgm:prSet presAssocID="{0857F32D-DDBF-4A16-B600-53F96E89C107}" presName="connectorText" presStyleLbl="sibTrans2D1" presStyleIdx="3" presStyleCnt="4"/>
      <dgm:spPr/>
      <dgm:t>
        <a:bodyPr/>
        <a:lstStyle/>
        <a:p>
          <a:endParaRPr lang="en-GB"/>
        </a:p>
      </dgm:t>
    </dgm:pt>
  </dgm:ptLst>
  <dgm:cxnLst>
    <dgm:cxn modelId="{94EB83A6-7D37-41C0-8363-9BFA51CA7295}" type="presOf" srcId="{9266C69D-31B7-4CFC-B8DB-958DE501852C}" destId="{B6302C81-97C0-4AB9-9B56-0DC51C86E368}" srcOrd="0" destOrd="0" presId="urn:microsoft.com/office/officeart/2005/8/layout/cycle2"/>
    <dgm:cxn modelId="{35D1C7F8-90E4-4E91-9FBA-D2709101E732}" type="presOf" srcId="{AD6B6CE9-9DF9-451F-95FF-A0FEBEB5C0C1}" destId="{285F0E67-7F6E-4171-B32B-6F0E8F1D91B1}" srcOrd="0" destOrd="0" presId="urn:microsoft.com/office/officeart/2005/8/layout/cycle2"/>
    <dgm:cxn modelId="{5E15DB29-41F9-4E73-A56B-FBE80F0A045E}" type="presOf" srcId="{C649500A-7DFA-4AD7-9CBB-1BE3054CCACE}" destId="{A79C2F25-4F7F-4473-84D2-BF647D357C7D}" srcOrd="0" destOrd="0" presId="urn:microsoft.com/office/officeart/2005/8/layout/cycle2"/>
    <dgm:cxn modelId="{363613B5-9A1A-46A1-A2F1-3CF6619953CC}" srcId="{C9787486-707A-4925-8C53-070AD89F1562}" destId="{53493436-3435-476D-A31D-DC64D312E95C}" srcOrd="3" destOrd="0" parTransId="{1A3781B0-098A-414D-96A2-B39F80EF2406}" sibTransId="{0857F32D-DDBF-4A16-B600-53F96E89C107}"/>
    <dgm:cxn modelId="{33E72787-902A-448F-98A9-9BFE6021A810}" type="presOf" srcId="{A4145131-ECC8-4AA0-8BF0-78099BB58474}" destId="{FA3E2350-C4A8-4622-81DC-5907E3382CA8}" srcOrd="0" destOrd="0" presId="urn:microsoft.com/office/officeart/2005/8/layout/cycle2"/>
    <dgm:cxn modelId="{7973B341-3D6F-4A64-8525-2F1549A3EA92}" type="presOf" srcId="{310D44BF-3117-414E-9EC6-B296047E8EC4}" destId="{DE595C05-76DB-49F2-878B-3F098A6BA63F}" srcOrd="0" destOrd="0" presId="urn:microsoft.com/office/officeart/2005/8/layout/cycle2"/>
    <dgm:cxn modelId="{4312FC00-9580-4296-BE76-EA9045CC2510}" srcId="{C9787486-707A-4925-8C53-070AD89F1562}" destId="{1D9DCDAE-EDC5-4AF4-AA02-779C54CE3800}" srcOrd="0" destOrd="0" parTransId="{CA570821-32F2-41A6-A2E6-27198E2AA35D}" sibTransId="{C649500A-7DFA-4AD7-9CBB-1BE3054CCACE}"/>
    <dgm:cxn modelId="{35F55AF7-D8F6-4F1E-B262-9FB2BC157E43}" type="presOf" srcId="{0857F32D-DDBF-4A16-B600-53F96E89C107}" destId="{A9462420-84E1-4CA7-B34D-58D11C6780A7}" srcOrd="0" destOrd="0" presId="urn:microsoft.com/office/officeart/2005/8/layout/cycle2"/>
    <dgm:cxn modelId="{2E8DD34C-E9D2-4AAB-B8E8-E842274EE9CC}" type="presOf" srcId="{0857F32D-DDBF-4A16-B600-53F96E89C107}" destId="{B24A2F15-FDEC-42F1-A61D-CAC424396A4B}" srcOrd="1" destOrd="0" presId="urn:microsoft.com/office/officeart/2005/8/layout/cycle2"/>
    <dgm:cxn modelId="{B9225E89-8B0E-4844-A154-9B04FEF874B8}" type="presOf" srcId="{53493436-3435-476D-A31D-DC64D312E95C}" destId="{8AC02F26-B14B-43CF-AAD4-F93F2FC34854}" srcOrd="0" destOrd="0" presId="urn:microsoft.com/office/officeart/2005/8/layout/cycle2"/>
    <dgm:cxn modelId="{B623B7F5-EF0A-41E1-8766-6C25D27CECC0}" type="presOf" srcId="{C649500A-7DFA-4AD7-9CBB-1BE3054CCACE}" destId="{460F75FE-3B1E-40E3-B029-F1190ADB4127}" srcOrd="1" destOrd="0" presId="urn:microsoft.com/office/officeart/2005/8/layout/cycle2"/>
    <dgm:cxn modelId="{8C06B0E6-C139-4BF9-A93F-751756E61521}" type="presOf" srcId="{A4145131-ECC8-4AA0-8BF0-78099BB58474}" destId="{EF3C6F7C-F6B5-4F53-A9EA-E7A6449BC929}" srcOrd="1" destOrd="0" presId="urn:microsoft.com/office/officeart/2005/8/layout/cycle2"/>
    <dgm:cxn modelId="{9E68823F-399C-4EE7-8DCA-3DBDB2AA10DF}" srcId="{C9787486-707A-4925-8C53-070AD89F1562}" destId="{9266C69D-31B7-4CFC-B8DB-958DE501852C}" srcOrd="1" destOrd="0" parTransId="{B39A6468-3B23-4FF7-BAC8-A70011F82AAE}" sibTransId="{310D44BF-3117-414E-9EC6-B296047E8EC4}"/>
    <dgm:cxn modelId="{61B703D3-FA50-460E-82DA-2C6BF0369D43}" type="presOf" srcId="{310D44BF-3117-414E-9EC6-B296047E8EC4}" destId="{BACA7861-5F73-4E82-A85A-70CC5B984D36}" srcOrd="1" destOrd="0" presId="urn:microsoft.com/office/officeart/2005/8/layout/cycle2"/>
    <dgm:cxn modelId="{6AA81F12-03B7-4E3E-BD26-54709FC9246B}" type="presOf" srcId="{C9787486-707A-4925-8C53-070AD89F1562}" destId="{63D0FB87-F671-4BBE-A3BC-2AF0FB1FDD2A}" srcOrd="0" destOrd="0" presId="urn:microsoft.com/office/officeart/2005/8/layout/cycle2"/>
    <dgm:cxn modelId="{61C830F2-AE67-4C28-A2B1-3EE69796C0ED}" type="presOf" srcId="{1D9DCDAE-EDC5-4AF4-AA02-779C54CE3800}" destId="{99F01ABB-A84F-4651-BF77-87EDED82579B}" srcOrd="0" destOrd="0" presId="urn:microsoft.com/office/officeart/2005/8/layout/cycle2"/>
    <dgm:cxn modelId="{C6C2B588-A207-4748-8C3F-E74CB1DFA484}" srcId="{C9787486-707A-4925-8C53-070AD89F1562}" destId="{AD6B6CE9-9DF9-451F-95FF-A0FEBEB5C0C1}" srcOrd="2" destOrd="0" parTransId="{3A18640F-8F28-44DD-A7CD-5AC0D02BBDC1}" sibTransId="{A4145131-ECC8-4AA0-8BF0-78099BB58474}"/>
    <dgm:cxn modelId="{EA4B1890-C5A2-4870-8C55-6F0EB9D3417A}" type="presParOf" srcId="{63D0FB87-F671-4BBE-A3BC-2AF0FB1FDD2A}" destId="{99F01ABB-A84F-4651-BF77-87EDED82579B}" srcOrd="0" destOrd="0" presId="urn:microsoft.com/office/officeart/2005/8/layout/cycle2"/>
    <dgm:cxn modelId="{86FF40B5-121C-4900-AD1A-AB5D3651A798}" type="presParOf" srcId="{63D0FB87-F671-4BBE-A3BC-2AF0FB1FDD2A}" destId="{A79C2F25-4F7F-4473-84D2-BF647D357C7D}" srcOrd="1" destOrd="0" presId="urn:microsoft.com/office/officeart/2005/8/layout/cycle2"/>
    <dgm:cxn modelId="{102067F7-245E-4B65-8201-2686FC2FFAAB}" type="presParOf" srcId="{A79C2F25-4F7F-4473-84D2-BF647D357C7D}" destId="{460F75FE-3B1E-40E3-B029-F1190ADB4127}" srcOrd="0" destOrd="0" presId="urn:microsoft.com/office/officeart/2005/8/layout/cycle2"/>
    <dgm:cxn modelId="{7F4DA819-D472-4000-8CF5-92A3259A2188}" type="presParOf" srcId="{63D0FB87-F671-4BBE-A3BC-2AF0FB1FDD2A}" destId="{B6302C81-97C0-4AB9-9B56-0DC51C86E368}" srcOrd="2" destOrd="0" presId="urn:microsoft.com/office/officeart/2005/8/layout/cycle2"/>
    <dgm:cxn modelId="{37C7C56C-784E-4F3A-8ECB-5A79472B9EB3}" type="presParOf" srcId="{63D0FB87-F671-4BBE-A3BC-2AF0FB1FDD2A}" destId="{DE595C05-76DB-49F2-878B-3F098A6BA63F}" srcOrd="3" destOrd="0" presId="urn:microsoft.com/office/officeart/2005/8/layout/cycle2"/>
    <dgm:cxn modelId="{68461351-06BD-4243-87C5-9623607802DA}" type="presParOf" srcId="{DE595C05-76DB-49F2-878B-3F098A6BA63F}" destId="{BACA7861-5F73-4E82-A85A-70CC5B984D36}" srcOrd="0" destOrd="0" presId="urn:microsoft.com/office/officeart/2005/8/layout/cycle2"/>
    <dgm:cxn modelId="{234B6DF9-6C0B-40BE-BF51-B04B4033DAB0}" type="presParOf" srcId="{63D0FB87-F671-4BBE-A3BC-2AF0FB1FDD2A}" destId="{285F0E67-7F6E-4171-B32B-6F0E8F1D91B1}" srcOrd="4" destOrd="0" presId="urn:microsoft.com/office/officeart/2005/8/layout/cycle2"/>
    <dgm:cxn modelId="{6865F12B-0AF1-4E5D-AE13-32FCBBB7C267}" type="presParOf" srcId="{63D0FB87-F671-4BBE-A3BC-2AF0FB1FDD2A}" destId="{FA3E2350-C4A8-4622-81DC-5907E3382CA8}" srcOrd="5" destOrd="0" presId="urn:microsoft.com/office/officeart/2005/8/layout/cycle2"/>
    <dgm:cxn modelId="{8643E7E3-ABBF-4DAD-8F53-52D1E9D90197}" type="presParOf" srcId="{FA3E2350-C4A8-4622-81DC-5907E3382CA8}" destId="{EF3C6F7C-F6B5-4F53-A9EA-E7A6449BC929}" srcOrd="0" destOrd="0" presId="urn:microsoft.com/office/officeart/2005/8/layout/cycle2"/>
    <dgm:cxn modelId="{367A006E-4C70-4F0D-A91A-87FEFB785672}" type="presParOf" srcId="{63D0FB87-F671-4BBE-A3BC-2AF0FB1FDD2A}" destId="{8AC02F26-B14B-43CF-AAD4-F93F2FC34854}" srcOrd="6" destOrd="0" presId="urn:microsoft.com/office/officeart/2005/8/layout/cycle2"/>
    <dgm:cxn modelId="{EA774F4D-7313-4DC9-A938-82F545DF99C2}" type="presParOf" srcId="{63D0FB87-F671-4BBE-A3BC-2AF0FB1FDD2A}" destId="{A9462420-84E1-4CA7-B34D-58D11C6780A7}" srcOrd="7" destOrd="0" presId="urn:microsoft.com/office/officeart/2005/8/layout/cycle2"/>
    <dgm:cxn modelId="{4431F5C9-C886-48DC-B18E-40C5A00867D9}" type="presParOf" srcId="{A9462420-84E1-4CA7-B34D-58D11C6780A7}" destId="{B24A2F15-FDEC-42F1-A61D-CAC424396A4B}"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F01ABB-A84F-4651-BF77-87EDED82579B}">
      <dsp:nvSpPr>
        <dsp:cNvPr id="0" name=""/>
        <dsp:cNvSpPr/>
      </dsp:nvSpPr>
      <dsp:spPr>
        <a:xfrm>
          <a:off x="1321729" y="365"/>
          <a:ext cx="1039401" cy="1039401"/>
        </a:xfrm>
        <a:prstGeom prst="ellipse">
          <a:avLst/>
        </a:prstGeom>
        <a:solidFill>
          <a:schemeClr val="accent6">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GB" sz="1300" kern="1200" dirty="0" smtClean="0"/>
            <a:t>Clarity</a:t>
          </a:r>
          <a:endParaRPr lang="en-GB" sz="1300" kern="1200" dirty="0"/>
        </a:p>
      </dsp:txBody>
      <dsp:txXfrm>
        <a:off x="1473946" y="152582"/>
        <a:ext cx="734967" cy="734967"/>
      </dsp:txXfrm>
    </dsp:sp>
    <dsp:sp modelId="{A79C2F25-4F7F-4473-84D2-BF647D357C7D}">
      <dsp:nvSpPr>
        <dsp:cNvPr id="0" name=""/>
        <dsp:cNvSpPr/>
      </dsp:nvSpPr>
      <dsp:spPr>
        <a:xfrm rot="2700000">
          <a:off x="2249461" y="890549"/>
          <a:ext cx="275702" cy="350797"/>
        </a:xfrm>
        <a:prstGeom prst="rightArrow">
          <a:avLst>
            <a:gd name="adj1" fmla="val 60000"/>
            <a:gd name="adj2" fmla="val 50000"/>
          </a:avLst>
        </a:prstGeom>
        <a:solidFill>
          <a:schemeClr val="accent6">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GB" sz="1000" kern="1200"/>
        </a:p>
      </dsp:txBody>
      <dsp:txXfrm>
        <a:off x="2261574" y="931465"/>
        <a:ext cx="192991" cy="210479"/>
      </dsp:txXfrm>
    </dsp:sp>
    <dsp:sp modelId="{B6302C81-97C0-4AB9-9B56-0DC51C86E368}">
      <dsp:nvSpPr>
        <dsp:cNvPr id="0" name=""/>
        <dsp:cNvSpPr/>
      </dsp:nvSpPr>
      <dsp:spPr>
        <a:xfrm>
          <a:off x="2424529" y="1103165"/>
          <a:ext cx="1039401" cy="1039401"/>
        </a:xfrm>
        <a:prstGeom prst="ellipse">
          <a:avLst/>
        </a:prstGeom>
        <a:solidFill>
          <a:schemeClr val="accent6">
            <a:alpha val="90000"/>
            <a:hueOff val="0"/>
            <a:satOff val="0"/>
            <a:lumOff val="0"/>
            <a:alphaOff val="-13333"/>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GB" sz="1300" kern="1200" dirty="0" smtClean="0"/>
            <a:t>Concise </a:t>
          </a:r>
          <a:endParaRPr lang="en-GB" sz="1300" kern="1200" dirty="0"/>
        </a:p>
      </dsp:txBody>
      <dsp:txXfrm>
        <a:off x="2576746" y="1255382"/>
        <a:ext cx="734967" cy="734967"/>
      </dsp:txXfrm>
    </dsp:sp>
    <dsp:sp modelId="{DE595C05-76DB-49F2-878B-3F098A6BA63F}">
      <dsp:nvSpPr>
        <dsp:cNvPr id="0" name=""/>
        <dsp:cNvSpPr/>
      </dsp:nvSpPr>
      <dsp:spPr>
        <a:xfrm rot="8100000">
          <a:off x="2260496" y="1993349"/>
          <a:ext cx="275702" cy="350797"/>
        </a:xfrm>
        <a:prstGeom prst="rightArrow">
          <a:avLst>
            <a:gd name="adj1" fmla="val 60000"/>
            <a:gd name="adj2" fmla="val 50000"/>
          </a:avLst>
        </a:prstGeom>
        <a:solidFill>
          <a:schemeClr val="accent6">
            <a:shade val="90000"/>
            <a:hueOff val="3829"/>
            <a:satOff val="-47"/>
            <a:lumOff val="734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GB" sz="1000" kern="1200"/>
        </a:p>
      </dsp:txBody>
      <dsp:txXfrm rot="10800000">
        <a:off x="2331094" y="2034265"/>
        <a:ext cx="192991" cy="210479"/>
      </dsp:txXfrm>
    </dsp:sp>
    <dsp:sp modelId="{285F0E67-7F6E-4171-B32B-6F0E8F1D91B1}">
      <dsp:nvSpPr>
        <dsp:cNvPr id="0" name=""/>
        <dsp:cNvSpPr/>
      </dsp:nvSpPr>
      <dsp:spPr>
        <a:xfrm>
          <a:off x="1321729" y="2205965"/>
          <a:ext cx="1039401" cy="1039401"/>
        </a:xfrm>
        <a:prstGeom prst="ellipse">
          <a:avLst/>
        </a:prstGeom>
        <a:solidFill>
          <a:schemeClr val="accent6">
            <a:alpha val="90000"/>
            <a:hueOff val="0"/>
            <a:satOff val="0"/>
            <a:lumOff val="0"/>
            <a:alphaOff val="-26667"/>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GB" sz="1300" kern="1200" dirty="0" smtClean="0"/>
            <a:t>Relevant</a:t>
          </a:r>
          <a:endParaRPr lang="en-GB" sz="1300" kern="1200" dirty="0"/>
        </a:p>
      </dsp:txBody>
      <dsp:txXfrm>
        <a:off x="1473946" y="2358182"/>
        <a:ext cx="734967" cy="734967"/>
      </dsp:txXfrm>
    </dsp:sp>
    <dsp:sp modelId="{FA3E2350-C4A8-4622-81DC-5907E3382CA8}">
      <dsp:nvSpPr>
        <dsp:cNvPr id="0" name=""/>
        <dsp:cNvSpPr/>
      </dsp:nvSpPr>
      <dsp:spPr>
        <a:xfrm rot="13500000">
          <a:off x="1157697" y="2004384"/>
          <a:ext cx="275702" cy="350797"/>
        </a:xfrm>
        <a:prstGeom prst="rightArrow">
          <a:avLst>
            <a:gd name="adj1" fmla="val 60000"/>
            <a:gd name="adj2" fmla="val 50000"/>
          </a:avLst>
        </a:prstGeom>
        <a:solidFill>
          <a:schemeClr val="accent6">
            <a:shade val="90000"/>
            <a:hueOff val="7658"/>
            <a:satOff val="-93"/>
            <a:lumOff val="1469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GB" sz="1000" kern="1200"/>
        </a:p>
      </dsp:txBody>
      <dsp:txXfrm rot="10800000">
        <a:off x="1228295" y="2103786"/>
        <a:ext cx="192991" cy="210479"/>
      </dsp:txXfrm>
    </dsp:sp>
    <dsp:sp modelId="{8AC02F26-B14B-43CF-AAD4-F93F2FC34854}">
      <dsp:nvSpPr>
        <dsp:cNvPr id="0" name=""/>
        <dsp:cNvSpPr/>
      </dsp:nvSpPr>
      <dsp:spPr>
        <a:xfrm>
          <a:off x="218930" y="1103165"/>
          <a:ext cx="1039401" cy="1039401"/>
        </a:xfrm>
        <a:prstGeom prst="ellipse">
          <a:avLst/>
        </a:prstGeom>
        <a:solidFill>
          <a:schemeClr val="accent6">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GB" sz="1300" kern="1200" dirty="0" smtClean="0"/>
            <a:t>Impact</a:t>
          </a:r>
          <a:endParaRPr lang="en-GB" sz="1300" kern="1200" dirty="0"/>
        </a:p>
      </dsp:txBody>
      <dsp:txXfrm>
        <a:off x="371147" y="1255382"/>
        <a:ext cx="734967" cy="734967"/>
      </dsp:txXfrm>
    </dsp:sp>
    <dsp:sp modelId="{A9462420-84E1-4CA7-B34D-58D11C6780A7}">
      <dsp:nvSpPr>
        <dsp:cNvPr id="0" name=""/>
        <dsp:cNvSpPr/>
      </dsp:nvSpPr>
      <dsp:spPr>
        <a:xfrm rot="18900000">
          <a:off x="1146662" y="901584"/>
          <a:ext cx="275702" cy="350797"/>
        </a:xfrm>
        <a:prstGeom prst="rightArrow">
          <a:avLst>
            <a:gd name="adj1" fmla="val 60000"/>
            <a:gd name="adj2" fmla="val 50000"/>
          </a:avLst>
        </a:prstGeom>
        <a:solidFill>
          <a:schemeClr val="accent6">
            <a:shade val="90000"/>
            <a:hueOff val="11487"/>
            <a:satOff val="-140"/>
            <a:lumOff val="2203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GB" sz="1000" kern="1200"/>
        </a:p>
      </dsp:txBody>
      <dsp:txXfrm>
        <a:off x="1158775" y="1000986"/>
        <a:ext cx="192991" cy="2104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F01ABB-A84F-4651-BF77-87EDED82579B}">
      <dsp:nvSpPr>
        <dsp:cNvPr id="0" name=""/>
        <dsp:cNvSpPr/>
      </dsp:nvSpPr>
      <dsp:spPr>
        <a:xfrm>
          <a:off x="1321729" y="365"/>
          <a:ext cx="1039401" cy="1039401"/>
        </a:xfrm>
        <a:prstGeom prst="ellipse">
          <a:avLst/>
        </a:prstGeom>
        <a:solidFill>
          <a:schemeClr val="accent6">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GB" sz="1300" kern="1200" dirty="0" smtClean="0"/>
            <a:t>Clarity</a:t>
          </a:r>
          <a:endParaRPr lang="en-GB" sz="1300" kern="1200" dirty="0"/>
        </a:p>
      </dsp:txBody>
      <dsp:txXfrm>
        <a:off x="1473946" y="152582"/>
        <a:ext cx="734967" cy="734967"/>
      </dsp:txXfrm>
    </dsp:sp>
    <dsp:sp modelId="{A79C2F25-4F7F-4473-84D2-BF647D357C7D}">
      <dsp:nvSpPr>
        <dsp:cNvPr id="0" name=""/>
        <dsp:cNvSpPr/>
      </dsp:nvSpPr>
      <dsp:spPr>
        <a:xfrm rot="2700000">
          <a:off x="2249461" y="890549"/>
          <a:ext cx="275702" cy="350797"/>
        </a:xfrm>
        <a:prstGeom prst="rightArrow">
          <a:avLst>
            <a:gd name="adj1" fmla="val 60000"/>
            <a:gd name="adj2" fmla="val 50000"/>
          </a:avLst>
        </a:prstGeom>
        <a:solidFill>
          <a:schemeClr val="accent6">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GB" sz="1000" kern="1200"/>
        </a:p>
      </dsp:txBody>
      <dsp:txXfrm>
        <a:off x="2261574" y="931465"/>
        <a:ext cx="192991" cy="210479"/>
      </dsp:txXfrm>
    </dsp:sp>
    <dsp:sp modelId="{B6302C81-97C0-4AB9-9B56-0DC51C86E368}">
      <dsp:nvSpPr>
        <dsp:cNvPr id="0" name=""/>
        <dsp:cNvSpPr/>
      </dsp:nvSpPr>
      <dsp:spPr>
        <a:xfrm>
          <a:off x="2424529" y="1103165"/>
          <a:ext cx="1039401" cy="1039401"/>
        </a:xfrm>
        <a:prstGeom prst="ellipse">
          <a:avLst/>
        </a:prstGeom>
        <a:solidFill>
          <a:schemeClr val="accent6">
            <a:alpha val="90000"/>
            <a:hueOff val="0"/>
            <a:satOff val="0"/>
            <a:lumOff val="0"/>
            <a:alphaOff val="-13333"/>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GB" sz="1300" kern="1200" dirty="0" smtClean="0"/>
            <a:t>Concise </a:t>
          </a:r>
          <a:endParaRPr lang="en-GB" sz="1300" kern="1200" dirty="0"/>
        </a:p>
      </dsp:txBody>
      <dsp:txXfrm>
        <a:off x="2576746" y="1255382"/>
        <a:ext cx="734967" cy="734967"/>
      </dsp:txXfrm>
    </dsp:sp>
    <dsp:sp modelId="{DE595C05-76DB-49F2-878B-3F098A6BA63F}">
      <dsp:nvSpPr>
        <dsp:cNvPr id="0" name=""/>
        <dsp:cNvSpPr/>
      </dsp:nvSpPr>
      <dsp:spPr>
        <a:xfrm rot="8100000">
          <a:off x="2260496" y="1993349"/>
          <a:ext cx="275702" cy="350797"/>
        </a:xfrm>
        <a:prstGeom prst="rightArrow">
          <a:avLst>
            <a:gd name="adj1" fmla="val 60000"/>
            <a:gd name="adj2" fmla="val 50000"/>
          </a:avLst>
        </a:prstGeom>
        <a:solidFill>
          <a:schemeClr val="accent6">
            <a:shade val="90000"/>
            <a:hueOff val="3829"/>
            <a:satOff val="-47"/>
            <a:lumOff val="734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GB" sz="1000" kern="1200"/>
        </a:p>
      </dsp:txBody>
      <dsp:txXfrm rot="10800000">
        <a:off x="2331094" y="2034265"/>
        <a:ext cx="192991" cy="210479"/>
      </dsp:txXfrm>
    </dsp:sp>
    <dsp:sp modelId="{285F0E67-7F6E-4171-B32B-6F0E8F1D91B1}">
      <dsp:nvSpPr>
        <dsp:cNvPr id="0" name=""/>
        <dsp:cNvSpPr/>
      </dsp:nvSpPr>
      <dsp:spPr>
        <a:xfrm>
          <a:off x="1321729" y="2205965"/>
          <a:ext cx="1039401" cy="1039401"/>
        </a:xfrm>
        <a:prstGeom prst="ellipse">
          <a:avLst/>
        </a:prstGeom>
        <a:solidFill>
          <a:schemeClr val="accent6">
            <a:alpha val="90000"/>
            <a:hueOff val="0"/>
            <a:satOff val="0"/>
            <a:lumOff val="0"/>
            <a:alphaOff val="-26667"/>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GB" sz="1300" kern="1200" dirty="0" smtClean="0"/>
            <a:t>Relevant</a:t>
          </a:r>
          <a:endParaRPr lang="en-GB" sz="1300" kern="1200" dirty="0"/>
        </a:p>
      </dsp:txBody>
      <dsp:txXfrm>
        <a:off x="1473946" y="2358182"/>
        <a:ext cx="734967" cy="734967"/>
      </dsp:txXfrm>
    </dsp:sp>
    <dsp:sp modelId="{FA3E2350-C4A8-4622-81DC-5907E3382CA8}">
      <dsp:nvSpPr>
        <dsp:cNvPr id="0" name=""/>
        <dsp:cNvSpPr/>
      </dsp:nvSpPr>
      <dsp:spPr>
        <a:xfrm rot="13500000">
          <a:off x="1157697" y="2004384"/>
          <a:ext cx="275702" cy="350797"/>
        </a:xfrm>
        <a:prstGeom prst="rightArrow">
          <a:avLst>
            <a:gd name="adj1" fmla="val 60000"/>
            <a:gd name="adj2" fmla="val 50000"/>
          </a:avLst>
        </a:prstGeom>
        <a:solidFill>
          <a:schemeClr val="accent6">
            <a:shade val="90000"/>
            <a:hueOff val="7658"/>
            <a:satOff val="-93"/>
            <a:lumOff val="1469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GB" sz="1000" kern="1200"/>
        </a:p>
      </dsp:txBody>
      <dsp:txXfrm rot="10800000">
        <a:off x="1228295" y="2103786"/>
        <a:ext cx="192991" cy="210479"/>
      </dsp:txXfrm>
    </dsp:sp>
    <dsp:sp modelId="{8AC02F26-B14B-43CF-AAD4-F93F2FC34854}">
      <dsp:nvSpPr>
        <dsp:cNvPr id="0" name=""/>
        <dsp:cNvSpPr/>
      </dsp:nvSpPr>
      <dsp:spPr>
        <a:xfrm>
          <a:off x="218930" y="1103165"/>
          <a:ext cx="1039401" cy="1039401"/>
        </a:xfrm>
        <a:prstGeom prst="ellipse">
          <a:avLst/>
        </a:prstGeom>
        <a:solidFill>
          <a:schemeClr val="accent6">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GB" sz="1300" kern="1200" dirty="0" smtClean="0"/>
            <a:t>Impact</a:t>
          </a:r>
          <a:endParaRPr lang="en-GB" sz="1300" kern="1200" dirty="0"/>
        </a:p>
      </dsp:txBody>
      <dsp:txXfrm>
        <a:off x="371147" y="1255382"/>
        <a:ext cx="734967" cy="734967"/>
      </dsp:txXfrm>
    </dsp:sp>
    <dsp:sp modelId="{A9462420-84E1-4CA7-B34D-58D11C6780A7}">
      <dsp:nvSpPr>
        <dsp:cNvPr id="0" name=""/>
        <dsp:cNvSpPr/>
      </dsp:nvSpPr>
      <dsp:spPr>
        <a:xfrm rot="18900000">
          <a:off x="1146662" y="901584"/>
          <a:ext cx="275702" cy="350797"/>
        </a:xfrm>
        <a:prstGeom prst="rightArrow">
          <a:avLst>
            <a:gd name="adj1" fmla="val 60000"/>
            <a:gd name="adj2" fmla="val 50000"/>
          </a:avLst>
        </a:prstGeom>
        <a:solidFill>
          <a:schemeClr val="accent6">
            <a:shade val="90000"/>
            <a:hueOff val="11487"/>
            <a:satOff val="-140"/>
            <a:lumOff val="2203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GB" sz="1000" kern="1200"/>
        </a:p>
      </dsp:txBody>
      <dsp:txXfrm>
        <a:off x="1158775" y="1000986"/>
        <a:ext cx="192991" cy="21047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F01ABB-A84F-4651-BF77-87EDED82579B}">
      <dsp:nvSpPr>
        <dsp:cNvPr id="0" name=""/>
        <dsp:cNvSpPr/>
      </dsp:nvSpPr>
      <dsp:spPr>
        <a:xfrm>
          <a:off x="1328930" y="7778"/>
          <a:ext cx="1252555" cy="1252555"/>
        </a:xfrm>
        <a:prstGeom prst="ellipse">
          <a:avLst/>
        </a:prstGeom>
        <a:solidFill>
          <a:schemeClr val="accent6">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GB" sz="1500" kern="1200" dirty="0" smtClean="0"/>
            <a:t>Share &amp; learn</a:t>
          </a:r>
          <a:endParaRPr lang="en-GB" sz="1500" kern="1200" dirty="0"/>
        </a:p>
      </dsp:txBody>
      <dsp:txXfrm>
        <a:off x="1512362" y="191210"/>
        <a:ext cx="885691" cy="885691"/>
      </dsp:txXfrm>
    </dsp:sp>
    <dsp:sp modelId="{A79C2F25-4F7F-4473-84D2-BF647D357C7D}">
      <dsp:nvSpPr>
        <dsp:cNvPr id="0" name=""/>
        <dsp:cNvSpPr/>
      </dsp:nvSpPr>
      <dsp:spPr>
        <a:xfrm rot="2700000">
          <a:off x="2446900" y="1080450"/>
          <a:ext cx="332141" cy="422737"/>
        </a:xfrm>
        <a:prstGeom prst="rightArrow">
          <a:avLst>
            <a:gd name="adj1" fmla="val 60000"/>
            <a:gd name="adj2" fmla="val 50000"/>
          </a:avLst>
        </a:prstGeom>
        <a:solidFill>
          <a:schemeClr val="accent6">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GB" sz="1200" kern="1200"/>
        </a:p>
      </dsp:txBody>
      <dsp:txXfrm>
        <a:off x="2461492" y="1129768"/>
        <a:ext cx="232499" cy="253643"/>
      </dsp:txXfrm>
    </dsp:sp>
    <dsp:sp modelId="{B6302C81-97C0-4AB9-9B56-0DC51C86E368}">
      <dsp:nvSpPr>
        <dsp:cNvPr id="0" name=""/>
        <dsp:cNvSpPr/>
      </dsp:nvSpPr>
      <dsp:spPr>
        <a:xfrm>
          <a:off x="2657751" y="1336599"/>
          <a:ext cx="1252555" cy="1252555"/>
        </a:xfrm>
        <a:prstGeom prst="ellipse">
          <a:avLst/>
        </a:prstGeom>
        <a:solidFill>
          <a:schemeClr val="accent6">
            <a:alpha val="90000"/>
            <a:hueOff val="0"/>
            <a:satOff val="0"/>
            <a:lumOff val="0"/>
            <a:alphaOff val="-13333"/>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GB" sz="1500" kern="1200" dirty="0" smtClean="0"/>
            <a:t>Identify gaps</a:t>
          </a:r>
        </a:p>
        <a:p>
          <a:pPr lvl="0" algn="ctr" defTabSz="666750">
            <a:lnSpc>
              <a:spcPct val="90000"/>
            </a:lnSpc>
            <a:spcBef>
              <a:spcPct val="0"/>
            </a:spcBef>
            <a:spcAft>
              <a:spcPct val="35000"/>
            </a:spcAft>
          </a:pPr>
          <a:r>
            <a:rPr lang="en-GB" sz="1500" kern="1200" dirty="0" smtClean="0"/>
            <a:t> </a:t>
          </a:r>
          <a:endParaRPr lang="en-GB" sz="1500" kern="1200" dirty="0"/>
        </a:p>
      </dsp:txBody>
      <dsp:txXfrm>
        <a:off x="2841183" y="1520031"/>
        <a:ext cx="885691" cy="885691"/>
      </dsp:txXfrm>
    </dsp:sp>
    <dsp:sp modelId="{DE595C05-76DB-49F2-878B-3F098A6BA63F}">
      <dsp:nvSpPr>
        <dsp:cNvPr id="0" name=""/>
        <dsp:cNvSpPr/>
      </dsp:nvSpPr>
      <dsp:spPr>
        <a:xfrm rot="8100000">
          <a:off x="2460194" y="2409272"/>
          <a:ext cx="332141" cy="422737"/>
        </a:xfrm>
        <a:prstGeom prst="rightArrow">
          <a:avLst>
            <a:gd name="adj1" fmla="val 60000"/>
            <a:gd name="adj2" fmla="val 50000"/>
          </a:avLst>
        </a:prstGeom>
        <a:solidFill>
          <a:schemeClr val="accent6">
            <a:shade val="90000"/>
            <a:hueOff val="3829"/>
            <a:satOff val="-47"/>
            <a:lumOff val="734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GB" sz="1200" kern="1200"/>
        </a:p>
      </dsp:txBody>
      <dsp:txXfrm rot="10800000">
        <a:off x="2545244" y="2458590"/>
        <a:ext cx="232499" cy="253643"/>
      </dsp:txXfrm>
    </dsp:sp>
    <dsp:sp modelId="{285F0E67-7F6E-4171-B32B-6F0E8F1D91B1}">
      <dsp:nvSpPr>
        <dsp:cNvPr id="0" name=""/>
        <dsp:cNvSpPr/>
      </dsp:nvSpPr>
      <dsp:spPr>
        <a:xfrm>
          <a:off x="1328930" y="2665420"/>
          <a:ext cx="1252555" cy="1252555"/>
        </a:xfrm>
        <a:prstGeom prst="ellipse">
          <a:avLst/>
        </a:prstGeom>
        <a:solidFill>
          <a:schemeClr val="accent6">
            <a:alpha val="90000"/>
            <a:hueOff val="0"/>
            <a:satOff val="0"/>
            <a:lumOff val="0"/>
            <a:alphaOff val="-26667"/>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GB" sz="1500" kern="1200" dirty="0" smtClean="0"/>
            <a:t>Generate ideas</a:t>
          </a:r>
          <a:endParaRPr lang="en-GB" sz="1500" kern="1200" dirty="0"/>
        </a:p>
      </dsp:txBody>
      <dsp:txXfrm>
        <a:off x="1512362" y="2848852"/>
        <a:ext cx="885691" cy="885691"/>
      </dsp:txXfrm>
    </dsp:sp>
    <dsp:sp modelId="{FA3E2350-C4A8-4622-81DC-5907E3382CA8}">
      <dsp:nvSpPr>
        <dsp:cNvPr id="0" name=""/>
        <dsp:cNvSpPr/>
      </dsp:nvSpPr>
      <dsp:spPr>
        <a:xfrm rot="13500000">
          <a:off x="1131373" y="2422565"/>
          <a:ext cx="332141" cy="422737"/>
        </a:xfrm>
        <a:prstGeom prst="rightArrow">
          <a:avLst>
            <a:gd name="adj1" fmla="val 60000"/>
            <a:gd name="adj2" fmla="val 50000"/>
          </a:avLst>
        </a:prstGeom>
        <a:solidFill>
          <a:schemeClr val="accent6">
            <a:shade val="90000"/>
            <a:hueOff val="7658"/>
            <a:satOff val="-93"/>
            <a:lumOff val="1469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GB" sz="1200" kern="1200"/>
        </a:p>
      </dsp:txBody>
      <dsp:txXfrm rot="10800000">
        <a:off x="1216423" y="2542341"/>
        <a:ext cx="232499" cy="253643"/>
      </dsp:txXfrm>
    </dsp:sp>
    <dsp:sp modelId="{8AC02F26-B14B-43CF-AAD4-F93F2FC34854}">
      <dsp:nvSpPr>
        <dsp:cNvPr id="0" name=""/>
        <dsp:cNvSpPr/>
      </dsp:nvSpPr>
      <dsp:spPr>
        <a:xfrm>
          <a:off x="109" y="1336599"/>
          <a:ext cx="1252555" cy="1252555"/>
        </a:xfrm>
        <a:prstGeom prst="ellipse">
          <a:avLst/>
        </a:prstGeom>
        <a:solidFill>
          <a:schemeClr val="accent6">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GB" sz="1500" kern="1200" dirty="0" smtClean="0"/>
            <a:t>Evidence base</a:t>
          </a:r>
          <a:endParaRPr lang="en-GB" sz="1500" kern="1200" dirty="0"/>
        </a:p>
      </dsp:txBody>
      <dsp:txXfrm>
        <a:off x="183541" y="1520031"/>
        <a:ext cx="885691" cy="885691"/>
      </dsp:txXfrm>
    </dsp:sp>
    <dsp:sp modelId="{A9462420-84E1-4CA7-B34D-58D11C6780A7}">
      <dsp:nvSpPr>
        <dsp:cNvPr id="0" name=""/>
        <dsp:cNvSpPr/>
      </dsp:nvSpPr>
      <dsp:spPr>
        <a:xfrm rot="18900000">
          <a:off x="1118079" y="1093744"/>
          <a:ext cx="332141" cy="422737"/>
        </a:xfrm>
        <a:prstGeom prst="rightArrow">
          <a:avLst>
            <a:gd name="adj1" fmla="val 60000"/>
            <a:gd name="adj2" fmla="val 50000"/>
          </a:avLst>
        </a:prstGeom>
        <a:solidFill>
          <a:schemeClr val="accent6">
            <a:shade val="90000"/>
            <a:hueOff val="11487"/>
            <a:satOff val="-140"/>
            <a:lumOff val="2203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GB" sz="1200" kern="1200"/>
        </a:p>
      </dsp:txBody>
      <dsp:txXfrm>
        <a:off x="1132671" y="1213520"/>
        <a:ext cx="232499" cy="253643"/>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0"/>
            <a:ext cx="2951260" cy="496338"/>
          </a:xfrm>
          <a:prstGeom prst="rect">
            <a:avLst/>
          </a:prstGeom>
        </p:spPr>
        <p:txBody>
          <a:bodyPr vert="horz" lIns="90615" tIns="45308" rIns="90615" bIns="45308" rtlCol="0"/>
          <a:lstStyle>
            <a:lvl1pPr algn="l">
              <a:defRPr sz="1200"/>
            </a:lvl1pPr>
          </a:lstStyle>
          <a:p>
            <a:endParaRPr lang="en-GB" dirty="0"/>
          </a:p>
        </p:txBody>
      </p:sp>
      <p:sp>
        <p:nvSpPr>
          <p:cNvPr id="3" name="Date Placeholder 2"/>
          <p:cNvSpPr>
            <a:spLocks noGrp="1"/>
          </p:cNvSpPr>
          <p:nvPr>
            <p:ph type="dt" sz="quarter" idx="1"/>
          </p:nvPr>
        </p:nvSpPr>
        <p:spPr>
          <a:xfrm>
            <a:off x="3855958" y="0"/>
            <a:ext cx="2951259" cy="496338"/>
          </a:xfrm>
          <a:prstGeom prst="rect">
            <a:avLst/>
          </a:prstGeom>
        </p:spPr>
        <p:txBody>
          <a:bodyPr vert="horz" lIns="90615" tIns="45308" rIns="90615" bIns="45308" rtlCol="0"/>
          <a:lstStyle>
            <a:lvl1pPr algn="r">
              <a:defRPr sz="1200"/>
            </a:lvl1pPr>
          </a:lstStyle>
          <a:p>
            <a:fld id="{72A1B7C2-4181-4695-BB07-53B141BD4579}" type="datetimeFigureOut">
              <a:rPr lang="en-GB" smtClean="0"/>
              <a:t>13/04/2018</a:t>
            </a:fld>
            <a:endParaRPr lang="en-GB" dirty="0"/>
          </a:p>
        </p:txBody>
      </p:sp>
      <p:sp>
        <p:nvSpPr>
          <p:cNvPr id="4" name="Footer Placeholder 3"/>
          <p:cNvSpPr>
            <a:spLocks noGrp="1"/>
          </p:cNvSpPr>
          <p:nvPr>
            <p:ph type="ftr" sz="quarter" idx="2"/>
          </p:nvPr>
        </p:nvSpPr>
        <p:spPr>
          <a:xfrm>
            <a:off x="3" y="9441438"/>
            <a:ext cx="2951260" cy="497913"/>
          </a:xfrm>
          <a:prstGeom prst="rect">
            <a:avLst/>
          </a:prstGeom>
        </p:spPr>
        <p:txBody>
          <a:bodyPr vert="horz" lIns="90615" tIns="45308" rIns="90615" bIns="45308"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55958" y="9441438"/>
            <a:ext cx="2951259" cy="497913"/>
          </a:xfrm>
          <a:prstGeom prst="rect">
            <a:avLst/>
          </a:prstGeom>
        </p:spPr>
        <p:txBody>
          <a:bodyPr vert="horz" lIns="90615" tIns="45308" rIns="90615" bIns="45308" rtlCol="0" anchor="b"/>
          <a:lstStyle>
            <a:lvl1pPr algn="r">
              <a:defRPr sz="1200"/>
            </a:lvl1pPr>
          </a:lstStyle>
          <a:p>
            <a:fld id="{9419DF65-AAD3-4276-AE55-1C04C9EA65C6}" type="slidenum">
              <a:rPr lang="en-GB" smtClean="0"/>
              <a:t>‹#›</a:t>
            </a:fld>
            <a:endParaRPr lang="en-GB" dirty="0"/>
          </a:p>
        </p:txBody>
      </p:sp>
    </p:spTree>
    <p:extLst>
      <p:ext uri="{BB962C8B-B14F-4D97-AF65-F5344CB8AC3E}">
        <p14:creationId xmlns:p14="http://schemas.microsoft.com/office/powerpoint/2010/main" val="374895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50475" cy="497046"/>
          </a:xfrm>
          <a:prstGeom prst="rect">
            <a:avLst/>
          </a:prstGeom>
        </p:spPr>
        <p:txBody>
          <a:bodyPr vert="horz" lIns="91105" tIns="45552" rIns="91105" bIns="45552" rtlCol="0"/>
          <a:lstStyle>
            <a:lvl1pPr algn="l">
              <a:defRPr sz="1200"/>
            </a:lvl1pPr>
          </a:lstStyle>
          <a:p>
            <a:endParaRPr lang="en-US" dirty="0"/>
          </a:p>
        </p:txBody>
      </p:sp>
      <p:sp>
        <p:nvSpPr>
          <p:cNvPr id="3" name="Date Placeholder 2"/>
          <p:cNvSpPr>
            <a:spLocks noGrp="1"/>
          </p:cNvSpPr>
          <p:nvPr>
            <p:ph type="dt" idx="1"/>
          </p:nvPr>
        </p:nvSpPr>
        <p:spPr>
          <a:xfrm>
            <a:off x="3856738" y="1"/>
            <a:ext cx="2950475" cy="497046"/>
          </a:xfrm>
          <a:prstGeom prst="rect">
            <a:avLst/>
          </a:prstGeom>
        </p:spPr>
        <p:txBody>
          <a:bodyPr vert="horz" lIns="91105" tIns="45552" rIns="91105" bIns="45552" rtlCol="0"/>
          <a:lstStyle>
            <a:lvl1pPr algn="r">
              <a:defRPr sz="1200"/>
            </a:lvl1pPr>
          </a:lstStyle>
          <a:p>
            <a:fld id="{7665965F-46C9-4FA8-9786-426A2753F503}" type="datetimeFigureOut">
              <a:rPr lang="en-US" smtClean="0"/>
              <a:pPr/>
              <a:t>4/13/2018</a:t>
            </a:fld>
            <a:endParaRPr lang="en-US" dirty="0"/>
          </a:p>
        </p:txBody>
      </p:sp>
      <p:sp>
        <p:nvSpPr>
          <p:cNvPr id="4" name="Slide Image Placeholder 3"/>
          <p:cNvSpPr>
            <a:spLocks noGrp="1" noRot="1" noChangeAspect="1"/>
          </p:cNvSpPr>
          <p:nvPr>
            <p:ph type="sldImg" idx="2"/>
          </p:nvPr>
        </p:nvSpPr>
        <p:spPr>
          <a:xfrm>
            <a:off x="919163" y="744538"/>
            <a:ext cx="4970462" cy="3729037"/>
          </a:xfrm>
          <a:prstGeom prst="rect">
            <a:avLst/>
          </a:prstGeom>
          <a:noFill/>
          <a:ln w="12700">
            <a:solidFill>
              <a:prstClr val="black"/>
            </a:solidFill>
          </a:ln>
        </p:spPr>
        <p:txBody>
          <a:bodyPr vert="horz" lIns="91105" tIns="45552" rIns="91105" bIns="45552" rtlCol="0" anchor="ctr"/>
          <a:lstStyle/>
          <a:p>
            <a:endParaRPr lang="en-US" dirty="0"/>
          </a:p>
        </p:txBody>
      </p:sp>
      <p:sp>
        <p:nvSpPr>
          <p:cNvPr id="5" name="Notes Placeholder 4"/>
          <p:cNvSpPr>
            <a:spLocks noGrp="1"/>
          </p:cNvSpPr>
          <p:nvPr>
            <p:ph type="body" sz="quarter" idx="3"/>
          </p:nvPr>
        </p:nvSpPr>
        <p:spPr>
          <a:xfrm>
            <a:off x="680879" y="4721942"/>
            <a:ext cx="5447030" cy="4473416"/>
          </a:xfrm>
          <a:prstGeom prst="rect">
            <a:avLst/>
          </a:prstGeom>
        </p:spPr>
        <p:txBody>
          <a:bodyPr vert="horz" lIns="91105" tIns="45552" rIns="91105" bIns="455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9442156"/>
            <a:ext cx="2950475" cy="497046"/>
          </a:xfrm>
          <a:prstGeom prst="rect">
            <a:avLst/>
          </a:prstGeom>
        </p:spPr>
        <p:txBody>
          <a:bodyPr vert="horz" lIns="91105" tIns="45552" rIns="91105" bIns="4555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6738" y="9442156"/>
            <a:ext cx="2950475" cy="497046"/>
          </a:xfrm>
          <a:prstGeom prst="rect">
            <a:avLst/>
          </a:prstGeom>
        </p:spPr>
        <p:txBody>
          <a:bodyPr vert="horz" lIns="91105" tIns="45552" rIns="91105" bIns="45552" rtlCol="0" anchor="b"/>
          <a:lstStyle>
            <a:lvl1pPr algn="r">
              <a:defRPr sz="1200"/>
            </a:lvl1pPr>
          </a:lstStyle>
          <a:p>
            <a:fld id="{BF1A7007-A200-4625-857B-C1B607EDAC37}" type="slidenum">
              <a:rPr lang="en-US" smtClean="0"/>
              <a:pPr/>
              <a:t>‹#›</a:t>
            </a:fld>
            <a:endParaRPr lang="en-US" dirty="0"/>
          </a:p>
        </p:txBody>
      </p:sp>
    </p:spTree>
    <p:extLst>
      <p:ext uri="{BB962C8B-B14F-4D97-AF65-F5344CB8AC3E}">
        <p14:creationId xmlns:p14="http://schemas.microsoft.com/office/powerpoint/2010/main" val="90408591"/>
      </p:ext>
    </p:extLst>
  </p:cSld>
  <p:clrMap bg1="lt1" tx1="dk1" bg2="lt2" tx2="dk2" accent1="accent1" accent2="accent2" accent3="accent3" accent4="accent4" accent5="accent5" accent6="accent6" hlink="hlink" folHlink="folHlink"/>
  <p:notesStyle>
    <a:lvl1pPr marL="0" algn="l" defTabSz="1279082" rtl="0" eaLnBrk="1" latinLnBrk="0" hangingPunct="1">
      <a:defRPr sz="1700" kern="1200">
        <a:solidFill>
          <a:schemeClr val="tx1"/>
        </a:solidFill>
        <a:latin typeface="+mn-lt"/>
        <a:ea typeface="+mn-ea"/>
        <a:cs typeface="+mn-cs"/>
      </a:defRPr>
    </a:lvl1pPr>
    <a:lvl2pPr marL="639541" algn="l" defTabSz="1279082" rtl="0" eaLnBrk="1" latinLnBrk="0" hangingPunct="1">
      <a:defRPr sz="1700" kern="1200">
        <a:solidFill>
          <a:schemeClr val="tx1"/>
        </a:solidFill>
        <a:latin typeface="+mn-lt"/>
        <a:ea typeface="+mn-ea"/>
        <a:cs typeface="+mn-cs"/>
      </a:defRPr>
    </a:lvl2pPr>
    <a:lvl3pPr marL="1279082" algn="l" defTabSz="1279082" rtl="0" eaLnBrk="1" latinLnBrk="0" hangingPunct="1">
      <a:defRPr sz="1700" kern="1200">
        <a:solidFill>
          <a:schemeClr val="tx1"/>
        </a:solidFill>
        <a:latin typeface="+mn-lt"/>
        <a:ea typeface="+mn-ea"/>
        <a:cs typeface="+mn-cs"/>
      </a:defRPr>
    </a:lvl3pPr>
    <a:lvl4pPr marL="1918624" algn="l" defTabSz="1279082" rtl="0" eaLnBrk="1" latinLnBrk="0" hangingPunct="1">
      <a:defRPr sz="1700" kern="1200">
        <a:solidFill>
          <a:schemeClr val="tx1"/>
        </a:solidFill>
        <a:latin typeface="+mn-lt"/>
        <a:ea typeface="+mn-ea"/>
        <a:cs typeface="+mn-cs"/>
      </a:defRPr>
    </a:lvl4pPr>
    <a:lvl5pPr marL="2558165" algn="l" defTabSz="1279082" rtl="0" eaLnBrk="1" latinLnBrk="0" hangingPunct="1">
      <a:defRPr sz="1700" kern="1200">
        <a:solidFill>
          <a:schemeClr val="tx1"/>
        </a:solidFill>
        <a:latin typeface="+mn-lt"/>
        <a:ea typeface="+mn-ea"/>
        <a:cs typeface="+mn-cs"/>
      </a:defRPr>
    </a:lvl5pPr>
    <a:lvl6pPr marL="3197711" algn="l" defTabSz="1279082" rtl="0" eaLnBrk="1" latinLnBrk="0" hangingPunct="1">
      <a:defRPr sz="1700" kern="1200">
        <a:solidFill>
          <a:schemeClr val="tx1"/>
        </a:solidFill>
        <a:latin typeface="+mn-lt"/>
        <a:ea typeface="+mn-ea"/>
        <a:cs typeface="+mn-cs"/>
      </a:defRPr>
    </a:lvl6pPr>
    <a:lvl7pPr marL="3837256" algn="l" defTabSz="1279082" rtl="0" eaLnBrk="1" latinLnBrk="0" hangingPunct="1">
      <a:defRPr sz="1700" kern="1200">
        <a:solidFill>
          <a:schemeClr val="tx1"/>
        </a:solidFill>
        <a:latin typeface="+mn-lt"/>
        <a:ea typeface="+mn-ea"/>
        <a:cs typeface="+mn-cs"/>
      </a:defRPr>
    </a:lvl7pPr>
    <a:lvl8pPr marL="4476797" algn="l" defTabSz="1279082" rtl="0" eaLnBrk="1" latinLnBrk="0" hangingPunct="1">
      <a:defRPr sz="1700" kern="1200">
        <a:solidFill>
          <a:schemeClr val="tx1"/>
        </a:solidFill>
        <a:latin typeface="+mn-lt"/>
        <a:ea typeface="+mn-ea"/>
        <a:cs typeface="+mn-cs"/>
      </a:defRPr>
    </a:lvl8pPr>
    <a:lvl9pPr marL="5116341" algn="l" defTabSz="1279082"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9163" y="744538"/>
            <a:ext cx="4970462" cy="3729037"/>
          </a:xfrm>
        </p:spPr>
      </p:sp>
      <p:sp>
        <p:nvSpPr>
          <p:cNvPr id="4" name="Slide Number Placeholder 3"/>
          <p:cNvSpPr>
            <a:spLocks noGrp="1"/>
          </p:cNvSpPr>
          <p:nvPr>
            <p:ph type="sldNum" sz="quarter" idx="10"/>
          </p:nvPr>
        </p:nvSpPr>
        <p:spPr/>
        <p:txBody>
          <a:bodyPr/>
          <a:lstStyle/>
          <a:p>
            <a:fld id="{BF1A7007-A200-4625-857B-C1B607EDAC37}" type="slidenum">
              <a:rPr lang="en-US" smtClean="0"/>
              <a:pPr/>
              <a:t>2</a:t>
            </a:fld>
            <a:endParaRPr lang="en-US" dirty="0"/>
          </a:p>
        </p:txBody>
      </p:sp>
      <p:sp>
        <p:nvSpPr>
          <p:cNvPr id="5" name="Notes Placeholder 4"/>
          <p:cNvSpPr>
            <a:spLocks noGrp="1"/>
          </p:cNvSpPr>
          <p:nvPr>
            <p:ph type="body" idx="1"/>
          </p:nvPr>
        </p:nvSpPr>
        <p:spPr>
          <a:xfrm>
            <a:off x="680879" y="4721942"/>
            <a:ext cx="5447030" cy="230503"/>
          </a:xfrm>
          <a:prstGeom prst="rect">
            <a:avLst/>
          </a:prstGeom>
        </p:spPr>
        <p:txBody>
          <a:bodyPr wrap="square">
            <a:spAutoFit/>
          </a:bodyPr>
          <a:lstStyle/>
          <a:p>
            <a:pPr defTabSz="911046" fontAlgn="base">
              <a:spcBef>
                <a:spcPct val="0"/>
              </a:spcBef>
              <a:spcAft>
                <a:spcPct val="0"/>
              </a:spcAft>
            </a:pPr>
            <a:endParaRPr lang="en-GB" sz="900" dirty="0">
              <a:latin typeface="Arial" pitchFamily="34" charset="0"/>
              <a:cs typeface="Arial" pitchFamily="34" charset="0"/>
            </a:endParaRPr>
          </a:p>
        </p:txBody>
      </p:sp>
    </p:spTree>
    <p:extLst>
      <p:ext uri="{BB962C8B-B14F-4D97-AF65-F5344CB8AC3E}">
        <p14:creationId xmlns:p14="http://schemas.microsoft.com/office/powerpoint/2010/main" val="3609557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9163" y="744538"/>
            <a:ext cx="4970462" cy="3729037"/>
          </a:xfrm>
        </p:spPr>
      </p:sp>
      <p:sp>
        <p:nvSpPr>
          <p:cNvPr id="4" name="Slide Number Placeholder 3"/>
          <p:cNvSpPr>
            <a:spLocks noGrp="1"/>
          </p:cNvSpPr>
          <p:nvPr>
            <p:ph type="sldNum" sz="quarter" idx="10"/>
          </p:nvPr>
        </p:nvSpPr>
        <p:spPr/>
        <p:txBody>
          <a:bodyPr/>
          <a:lstStyle/>
          <a:p>
            <a:fld id="{BF1A7007-A200-4625-857B-C1B607EDAC37}" type="slidenum">
              <a:rPr lang="en-US" smtClean="0"/>
              <a:pPr/>
              <a:t>3</a:t>
            </a:fld>
            <a:endParaRPr lang="en-US" dirty="0"/>
          </a:p>
        </p:txBody>
      </p:sp>
      <p:sp>
        <p:nvSpPr>
          <p:cNvPr id="5" name="Notes Placeholder 4"/>
          <p:cNvSpPr>
            <a:spLocks noGrp="1"/>
          </p:cNvSpPr>
          <p:nvPr>
            <p:ph type="body" idx="1"/>
          </p:nvPr>
        </p:nvSpPr>
        <p:spPr>
          <a:xfrm>
            <a:off x="680879" y="4721942"/>
            <a:ext cx="5447030" cy="230503"/>
          </a:xfrm>
          <a:prstGeom prst="rect">
            <a:avLst/>
          </a:prstGeom>
        </p:spPr>
        <p:txBody>
          <a:bodyPr wrap="square">
            <a:spAutoFit/>
          </a:bodyPr>
          <a:lstStyle/>
          <a:p>
            <a:pPr defTabSz="911046" fontAlgn="base">
              <a:spcBef>
                <a:spcPct val="0"/>
              </a:spcBef>
              <a:spcAft>
                <a:spcPct val="0"/>
              </a:spcAft>
            </a:pPr>
            <a:endParaRPr lang="en-GB" sz="900" dirty="0">
              <a:latin typeface="Arial" pitchFamily="34" charset="0"/>
              <a:cs typeface="Arial" pitchFamily="34" charset="0"/>
            </a:endParaRPr>
          </a:p>
        </p:txBody>
      </p:sp>
    </p:spTree>
    <p:extLst>
      <p:ext uri="{BB962C8B-B14F-4D97-AF65-F5344CB8AC3E}">
        <p14:creationId xmlns:p14="http://schemas.microsoft.com/office/powerpoint/2010/main" val="3609557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9163" y="744538"/>
            <a:ext cx="4970462" cy="3729037"/>
          </a:xfrm>
        </p:spPr>
      </p:sp>
      <p:sp>
        <p:nvSpPr>
          <p:cNvPr id="4" name="Slide Number Placeholder 3"/>
          <p:cNvSpPr>
            <a:spLocks noGrp="1"/>
          </p:cNvSpPr>
          <p:nvPr>
            <p:ph type="sldNum" sz="quarter" idx="10"/>
          </p:nvPr>
        </p:nvSpPr>
        <p:spPr/>
        <p:txBody>
          <a:bodyPr/>
          <a:lstStyle/>
          <a:p>
            <a:fld id="{BF1A7007-A200-4625-857B-C1B607EDAC37}" type="slidenum">
              <a:rPr lang="en-US" smtClean="0"/>
              <a:pPr/>
              <a:t>4</a:t>
            </a:fld>
            <a:endParaRPr lang="en-US" dirty="0"/>
          </a:p>
        </p:txBody>
      </p:sp>
      <p:sp>
        <p:nvSpPr>
          <p:cNvPr id="5" name="Notes Placeholder 4"/>
          <p:cNvSpPr>
            <a:spLocks noGrp="1"/>
          </p:cNvSpPr>
          <p:nvPr>
            <p:ph type="body" idx="1"/>
          </p:nvPr>
        </p:nvSpPr>
        <p:spPr>
          <a:xfrm>
            <a:off x="680879" y="4721942"/>
            <a:ext cx="5447030" cy="230503"/>
          </a:xfrm>
          <a:prstGeom prst="rect">
            <a:avLst/>
          </a:prstGeom>
        </p:spPr>
        <p:txBody>
          <a:bodyPr wrap="square">
            <a:spAutoFit/>
          </a:bodyPr>
          <a:lstStyle/>
          <a:p>
            <a:pPr defTabSz="911046" fontAlgn="base">
              <a:spcBef>
                <a:spcPct val="0"/>
              </a:spcBef>
              <a:spcAft>
                <a:spcPct val="0"/>
              </a:spcAft>
            </a:pPr>
            <a:endParaRPr lang="en-GB" sz="900" dirty="0">
              <a:latin typeface="Arial" pitchFamily="34" charset="0"/>
              <a:cs typeface="Arial" pitchFamily="34" charset="0"/>
            </a:endParaRPr>
          </a:p>
        </p:txBody>
      </p:sp>
    </p:spTree>
    <p:extLst>
      <p:ext uri="{BB962C8B-B14F-4D97-AF65-F5344CB8AC3E}">
        <p14:creationId xmlns:p14="http://schemas.microsoft.com/office/powerpoint/2010/main" val="3609557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9163" y="744538"/>
            <a:ext cx="4970462" cy="3729037"/>
          </a:xfrm>
        </p:spPr>
      </p:sp>
      <p:sp>
        <p:nvSpPr>
          <p:cNvPr id="4" name="Slide Number Placeholder 3"/>
          <p:cNvSpPr>
            <a:spLocks noGrp="1"/>
          </p:cNvSpPr>
          <p:nvPr>
            <p:ph type="sldNum" sz="quarter" idx="10"/>
          </p:nvPr>
        </p:nvSpPr>
        <p:spPr/>
        <p:txBody>
          <a:bodyPr/>
          <a:lstStyle/>
          <a:p>
            <a:fld id="{BF1A7007-A200-4625-857B-C1B607EDAC37}" type="slidenum">
              <a:rPr lang="en-US" smtClean="0"/>
              <a:pPr/>
              <a:t>5</a:t>
            </a:fld>
            <a:endParaRPr lang="en-US" dirty="0"/>
          </a:p>
        </p:txBody>
      </p:sp>
      <p:sp>
        <p:nvSpPr>
          <p:cNvPr id="5" name="Notes Placeholder 4"/>
          <p:cNvSpPr>
            <a:spLocks noGrp="1"/>
          </p:cNvSpPr>
          <p:nvPr>
            <p:ph type="body" idx="1"/>
          </p:nvPr>
        </p:nvSpPr>
        <p:spPr>
          <a:xfrm>
            <a:off x="680879" y="4721942"/>
            <a:ext cx="5447030" cy="230503"/>
          </a:xfrm>
          <a:prstGeom prst="rect">
            <a:avLst/>
          </a:prstGeom>
        </p:spPr>
        <p:txBody>
          <a:bodyPr wrap="square">
            <a:spAutoFit/>
          </a:bodyPr>
          <a:lstStyle/>
          <a:p>
            <a:pPr defTabSz="911046" fontAlgn="base">
              <a:spcBef>
                <a:spcPct val="0"/>
              </a:spcBef>
              <a:spcAft>
                <a:spcPct val="0"/>
              </a:spcAft>
            </a:pPr>
            <a:endParaRPr lang="en-GB" sz="900" dirty="0">
              <a:latin typeface="Arial" pitchFamily="34" charset="0"/>
              <a:cs typeface="Arial" pitchFamily="34" charset="0"/>
            </a:endParaRPr>
          </a:p>
        </p:txBody>
      </p:sp>
    </p:spTree>
    <p:extLst>
      <p:ext uri="{BB962C8B-B14F-4D97-AF65-F5344CB8AC3E}">
        <p14:creationId xmlns:p14="http://schemas.microsoft.com/office/powerpoint/2010/main" val="3609557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9163" y="744538"/>
            <a:ext cx="4970462" cy="3729037"/>
          </a:xfrm>
        </p:spPr>
      </p:sp>
      <p:sp>
        <p:nvSpPr>
          <p:cNvPr id="4" name="Slide Number Placeholder 3"/>
          <p:cNvSpPr>
            <a:spLocks noGrp="1"/>
          </p:cNvSpPr>
          <p:nvPr>
            <p:ph type="sldNum" sz="quarter" idx="10"/>
          </p:nvPr>
        </p:nvSpPr>
        <p:spPr/>
        <p:txBody>
          <a:bodyPr/>
          <a:lstStyle/>
          <a:p>
            <a:fld id="{BF1A7007-A200-4625-857B-C1B607EDAC37}" type="slidenum">
              <a:rPr lang="en-US" smtClean="0"/>
              <a:pPr/>
              <a:t>6</a:t>
            </a:fld>
            <a:endParaRPr lang="en-US" dirty="0"/>
          </a:p>
        </p:txBody>
      </p:sp>
      <p:sp>
        <p:nvSpPr>
          <p:cNvPr id="5" name="Notes Placeholder 4"/>
          <p:cNvSpPr>
            <a:spLocks noGrp="1"/>
          </p:cNvSpPr>
          <p:nvPr>
            <p:ph type="body" idx="1"/>
          </p:nvPr>
        </p:nvSpPr>
        <p:spPr>
          <a:xfrm>
            <a:off x="680879" y="4721942"/>
            <a:ext cx="5447030" cy="230503"/>
          </a:xfrm>
          <a:prstGeom prst="rect">
            <a:avLst/>
          </a:prstGeom>
        </p:spPr>
        <p:txBody>
          <a:bodyPr wrap="square">
            <a:spAutoFit/>
          </a:bodyPr>
          <a:lstStyle/>
          <a:p>
            <a:pPr defTabSz="911046" fontAlgn="base">
              <a:spcBef>
                <a:spcPct val="0"/>
              </a:spcBef>
              <a:spcAft>
                <a:spcPct val="0"/>
              </a:spcAft>
            </a:pPr>
            <a:endParaRPr lang="en-GB" sz="900" dirty="0">
              <a:latin typeface="Arial" pitchFamily="34" charset="0"/>
              <a:cs typeface="Arial" pitchFamily="34" charset="0"/>
            </a:endParaRPr>
          </a:p>
        </p:txBody>
      </p:sp>
    </p:spTree>
    <p:extLst>
      <p:ext uri="{BB962C8B-B14F-4D97-AF65-F5344CB8AC3E}">
        <p14:creationId xmlns:p14="http://schemas.microsoft.com/office/powerpoint/2010/main" val="3609557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9163" y="744538"/>
            <a:ext cx="4970462" cy="3729037"/>
          </a:xfrm>
        </p:spPr>
      </p:sp>
      <p:sp>
        <p:nvSpPr>
          <p:cNvPr id="4" name="Slide Number Placeholder 3"/>
          <p:cNvSpPr>
            <a:spLocks noGrp="1"/>
          </p:cNvSpPr>
          <p:nvPr>
            <p:ph type="sldNum" sz="quarter" idx="10"/>
          </p:nvPr>
        </p:nvSpPr>
        <p:spPr/>
        <p:txBody>
          <a:bodyPr/>
          <a:lstStyle/>
          <a:p>
            <a:fld id="{BF1A7007-A200-4625-857B-C1B607EDAC37}" type="slidenum">
              <a:rPr lang="en-US" smtClean="0"/>
              <a:pPr/>
              <a:t>7</a:t>
            </a:fld>
            <a:endParaRPr lang="en-US" dirty="0"/>
          </a:p>
        </p:txBody>
      </p:sp>
      <p:sp>
        <p:nvSpPr>
          <p:cNvPr id="5" name="Notes Placeholder 4"/>
          <p:cNvSpPr>
            <a:spLocks noGrp="1"/>
          </p:cNvSpPr>
          <p:nvPr>
            <p:ph type="body" idx="1"/>
          </p:nvPr>
        </p:nvSpPr>
        <p:spPr>
          <a:xfrm>
            <a:off x="680879" y="4721942"/>
            <a:ext cx="5447030" cy="230503"/>
          </a:xfrm>
          <a:prstGeom prst="rect">
            <a:avLst/>
          </a:prstGeom>
        </p:spPr>
        <p:txBody>
          <a:bodyPr wrap="square">
            <a:spAutoFit/>
          </a:bodyPr>
          <a:lstStyle/>
          <a:p>
            <a:pPr defTabSz="911046" fontAlgn="base">
              <a:spcBef>
                <a:spcPct val="0"/>
              </a:spcBef>
              <a:spcAft>
                <a:spcPct val="0"/>
              </a:spcAft>
            </a:pPr>
            <a:endParaRPr lang="en-GB" sz="900" dirty="0">
              <a:latin typeface="Arial" pitchFamily="34" charset="0"/>
              <a:cs typeface="Arial" pitchFamily="34" charset="0"/>
            </a:endParaRPr>
          </a:p>
        </p:txBody>
      </p:sp>
    </p:spTree>
    <p:extLst>
      <p:ext uri="{BB962C8B-B14F-4D97-AF65-F5344CB8AC3E}">
        <p14:creationId xmlns:p14="http://schemas.microsoft.com/office/powerpoint/2010/main" val="3609557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81203" y="2986003"/>
            <a:ext cx="10687107" cy="2918360"/>
          </a:xfrm>
          <a:ln>
            <a:noFill/>
          </a:ln>
        </p:spPr>
        <p:txBody>
          <a:bodyPr lIns="0" tIns="0" rIns="0" bIns="0" anchor="t">
            <a:noAutofit/>
          </a:bodyPr>
          <a:lstStyle>
            <a:lvl1pPr algn="l">
              <a:defRPr sz="6300" baseline="0">
                <a:solidFill>
                  <a:schemeClr val="bg2"/>
                </a:solidFill>
              </a:defRPr>
            </a:lvl1pPr>
          </a:lstStyle>
          <a:p>
            <a:r>
              <a:rPr lang="en-US" dirty="0"/>
              <a:t>Click to edit Master title style</a:t>
            </a:r>
          </a:p>
        </p:txBody>
      </p:sp>
      <p:sp>
        <p:nvSpPr>
          <p:cNvPr id="3" name="Subtitle 2"/>
          <p:cNvSpPr>
            <a:spLocks noGrp="1"/>
          </p:cNvSpPr>
          <p:nvPr>
            <p:ph type="subTitle" idx="1"/>
          </p:nvPr>
        </p:nvSpPr>
        <p:spPr>
          <a:xfrm>
            <a:off x="781203" y="7623314"/>
            <a:ext cx="10687107" cy="1280160"/>
          </a:xfrm>
        </p:spPr>
        <p:txBody>
          <a:bodyPr lIns="0" tIns="0" rIns="0" bIns="0" anchor="b" anchorCtr="0">
            <a:normAutofit/>
          </a:bodyPr>
          <a:lstStyle>
            <a:lvl1pPr marL="0" indent="0" algn="l">
              <a:spcBef>
                <a:spcPts val="0"/>
              </a:spcBef>
              <a:buNone/>
              <a:defRPr sz="2800" b="0" i="0">
                <a:solidFill>
                  <a:schemeClr val="bg2"/>
                </a:solidFill>
              </a:defRPr>
            </a:lvl1pPr>
            <a:lvl2pPr marL="639541" indent="0" algn="ctr">
              <a:buNone/>
              <a:defRPr>
                <a:solidFill>
                  <a:schemeClr val="tx1">
                    <a:tint val="75000"/>
                  </a:schemeClr>
                </a:solidFill>
              </a:defRPr>
            </a:lvl2pPr>
            <a:lvl3pPr marL="1279082" indent="0" algn="ctr">
              <a:buNone/>
              <a:defRPr>
                <a:solidFill>
                  <a:schemeClr val="tx1">
                    <a:tint val="75000"/>
                  </a:schemeClr>
                </a:solidFill>
              </a:defRPr>
            </a:lvl3pPr>
            <a:lvl4pPr marL="1918624" indent="0" algn="ctr">
              <a:buNone/>
              <a:defRPr>
                <a:solidFill>
                  <a:schemeClr val="tx1">
                    <a:tint val="75000"/>
                  </a:schemeClr>
                </a:solidFill>
              </a:defRPr>
            </a:lvl4pPr>
            <a:lvl5pPr marL="2558165" indent="0" algn="ctr">
              <a:buNone/>
              <a:defRPr>
                <a:solidFill>
                  <a:schemeClr val="tx1">
                    <a:tint val="75000"/>
                  </a:schemeClr>
                </a:solidFill>
              </a:defRPr>
            </a:lvl5pPr>
            <a:lvl6pPr marL="3197711" indent="0" algn="ctr">
              <a:buNone/>
              <a:defRPr>
                <a:solidFill>
                  <a:schemeClr val="tx1">
                    <a:tint val="75000"/>
                  </a:schemeClr>
                </a:solidFill>
              </a:defRPr>
            </a:lvl6pPr>
            <a:lvl7pPr marL="3837256" indent="0" algn="ctr">
              <a:buNone/>
              <a:defRPr>
                <a:solidFill>
                  <a:schemeClr val="tx1">
                    <a:tint val="75000"/>
                  </a:schemeClr>
                </a:solidFill>
              </a:defRPr>
            </a:lvl7pPr>
            <a:lvl8pPr marL="4476797" indent="0" algn="ctr">
              <a:buNone/>
              <a:defRPr>
                <a:solidFill>
                  <a:schemeClr val="tx1">
                    <a:tint val="75000"/>
                  </a:schemeClr>
                </a:solidFill>
              </a:defRPr>
            </a:lvl8pPr>
            <a:lvl9pPr marL="5116341" indent="0" algn="ctr">
              <a:buNone/>
              <a:defRPr>
                <a:solidFill>
                  <a:schemeClr val="tx1">
                    <a:tint val="75000"/>
                  </a:schemeClr>
                </a:solidFill>
              </a:defRPr>
            </a:lvl9pPr>
          </a:lstStyle>
          <a:p>
            <a:r>
              <a:rPr lang="en-US" dirty="0"/>
              <a:t>Click to edit Master subtitle style</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1 lin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81200" y="1915204"/>
            <a:ext cx="11239200" cy="907301"/>
          </a:xfrm>
        </p:spPr>
        <p:txBody>
          <a:bodyPr lIns="0" tIns="0" rIns="0" bIns="0" anchor="t" anchorCtr="0">
            <a:normAutofit/>
          </a:bodyPr>
          <a:lstStyle>
            <a:lvl1pPr>
              <a:defRPr sz="5600" baseline="0">
                <a:solidFill>
                  <a:schemeClr val="tx2"/>
                </a:solidFill>
                <a:latin typeface="Arial" pitchFamily="34" charset="0"/>
              </a:defRPr>
            </a:lvl1pPr>
          </a:lstStyle>
          <a:p>
            <a:r>
              <a:rPr lang="en-US" dirty="0"/>
              <a:t>Click to edit Master title style</a:t>
            </a:r>
          </a:p>
        </p:txBody>
      </p:sp>
      <p:sp>
        <p:nvSpPr>
          <p:cNvPr id="3" name="Content Placeholder 2"/>
          <p:cNvSpPr>
            <a:spLocks noGrp="1"/>
          </p:cNvSpPr>
          <p:nvPr>
            <p:ph idx="1"/>
          </p:nvPr>
        </p:nvSpPr>
        <p:spPr>
          <a:xfrm>
            <a:off x="781200" y="2923213"/>
            <a:ext cx="11239200" cy="5690237"/>
          </a:xfrm>
        </p:spPr>
        <p:txBody>
          <a:bodyPr lIns="0" tIns="0" rIns="0" bIns="0"/>
          <a:lstStyle>
            <a:lvl1pPr>
              <a:spcBef>
                <a:spcPts val="1680"/>
              </a:spcBef>
              <a:defRPr sz="2500" b="0">
                <a:solidFill>
                  <a:schemeClr val="tx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p:ph type="sldNum" sz="quarter" idx="12"/>
          </p:nvPr>
        </p:nvSpPr>
        <p:spPr>
          <a:xfrm>
            <a:off x="0" y="8833048"/>
            <a:ext cx="12801600" cy="768152"/>
          </a:xfrm>
          <a:prstGeom prst="rect">
            <a:avLst/>
          </a:prstGeom>
          <a:solidFill>
            <a:schemeClr val="bg1"/>
          </a:solidFill>
        </p:spPr>
        <p:txBody>
          <a:bodyPr/>
          <a:lstStyle>
            <a:lvl1pPr marL="755363" algn="l">
              <a:defRPr>
                <a:solidFill>
                  <a:schemeClr val="bg2"/>
                </a:solidFill>
              </a:defRPr>
            </a:lvl1pPr>
          </a:lstStyle>
          <a:p>
            <a:fld id="{E051598E-9D06-4046-8EF2-7702044C4E81}" type="slidenum">
              <a:rPr lang="en-US" smtClean="0"/>
              <a:pPr/>
              <a:t>‹#›</a:t>
            </a:fld>
            <a:endParaRPr lang="en-US" dirty="0"/>
          </a:p>
        </p:txBody>
      </p:sp>
      <p:sp>
        <p:nvSpPr>
          <p:cNvPr id="7" name="Footer Placeholder 5"/>
          <p:cNvSpPr>
            <a:spLocks noGrp="1"/>
          </p:cNvSpPr>
          <p:nvPr>
            <p:ph type="ftr" sz="quarter" idx="3"/>
          </p:nvPr>
        </p:nvSpPr>
        <p:spPr>
          <a:xfrm>
            <a:off x="1259429" y="8833048"/>
            <a:ext cx="10785600" cy="768152"/>
          </a:xfrm>
          <a:prstGeom prst="rect">
            <a:avLst/>
          </a:prstGeom>
        </p:spPr>
        <p:txBody>
          <a:bodyPr vert="horz" lIns="0" tIns="0" rIns="0" bIns="0" rtlCol="0" anchor="ctr"/>
          <a:lstStyle>
            <a:lvl1pPr algn="l">
              <a:defRPr sz="1700" baseline="0">
                <a:solidFill>
                  <a:schemeClr val="bg2"/>
                </a:solidFill>
                <a:latin typeface="Arial" pitchFamily="34" charset="0"/>
              </a:defRPr>
            </a:lvl1pPr>
          </a:lstStyle>
          <a:p>
            <a:r>
              <a:rPr lang="en-US" dirty="0"/>
              <a:t>Presentation title - edit in Header and Footer</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2 lines)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81200" y="1915200"/>
            <a:ext cx="11239200" cy="1663200"/>
          </a:xfrm>
        </p:spPr>
        <p:txBody>
          <a:bodyPr lIns="0" tIns="0" rIns="0" bIns="0" anchor="t" anchorCtr="0">
            <a:normAutofit/>
          </a:bodyPr>
          <a:lstStyle>
            <a:lvl1pPr>
              <a:defRPr sz="5600" baseline="0">
                <a:solidFill>
                  <a:schemeClr val="tx2"/>
                </a:solidFill>
                <a:latin typeface="Arial" pitchFamily="34" charset="0"/>
              </a:defRPr>
            </a:lvl1pPr>
          </a:lstStyle>
          <a:p>
            <a:r>
              <a:rPr lang="en-US" dirty="0"/>
              <a:t>Click to edit Master title style</a:t>
            </a:r>
          </a:p>
        </p:txBody>
      </p:sp>
      <p:sp>
        <p:nvSpPr>
          <p:cNvPr id="3" name="Content Placeholder 2"/>
          <p:cNvSpPr>
            <a:spLocks noGrp="1"/>
          </p:cNvSpPr>
          <p:nvPr>
            <p:ph idx="1"/>
          </p:nvPr>
        </p:nvSpPr>
        <p:spPr>
          <a:xfrm>
            <a:off x="781200" y="3679200"/>
            <a:ext cx="11239200" cy="4952226"/>
          </a:xfrm>
        </p:spPr>
        <p:txBody>
          <a:bodyPr lIns="0" tIns="0" rIns="0" bIns="0"/>
          <a:lstStyle>
            <a:lvl1pPr>
              <a:spcBef>
                <a:spcPts val="1680"/>
              </a:spcBef>
              <a:defRPr>
                <a:solidFill>
                  <a:schemeClr val="tx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5"/>
          <p:cNvSpPr>
            <a:spLocks noGrp="1"/>
          </p:cNvSpPr>
          <p:nvPr>
            <p:ph type="sldNum" sz="quarter" idx="12"/>
          </p:nvPr>
        </p:nvSpPr>
        <p:spPr>
          <a:xfrm>
            <a:off x="0" y="8833048"/>
            <a:ext cx="12801600" cy="768152"/>
          </a:xfrm>
          <a:prstGeom prst="rect">
            <a:avLst/>
          </a:prstGeom>
          <a:solidFill>
            <a:schemeClr val="bg1"/>
          </a:solidFill>
        </p:spPr>
        <p:txBody>
          <a:bodyPr/>
          <a:lstStyle>
            <a:lvl1pPr marL="755363" algn="l">
              <a:defRPr>
                <a:solidFill>
                  <a:schemeClr val="bg2"/>
                </a:solidFill>
              </a:defRPr>
            </a:lvl1pPr>
          </a:lstStyle>
          <a:p>
            <a:fld id="{E051598E-9D06-4046-8EF2-7702044C4E81}" type="slidenum">
              <a:rPr lang="en-US" smtClean="0"/>
              <a:pPr/>
              <a:t>‹#›</a:t>
            </a:fld>
            <a:endParaRPr lang="en-US" dirty="0"/>
          </a:p>
        </p:txBody>
      </p:sp>
      <p:sp>
        <p:nvSpPr>
          <p:cNvPr id="10" name="Footer Placeholder 5"/>
          <p:cNvSpPr>
            <a:spLocks noGrp="1"/>
          </p:cNvSpPr>
          <p:nvPr>
            <p:ph type="ftr" sz="quarter" idx="3"/>
          </p:nvPr>
        </p:nvSpPr>
        <p:spPr>
          <a:xfrm>
            <a:off x="1259429" y="8833048"/>
            <a:ext cx="10785600" cy="768152"/>
          </a:xfrm>
          <a:prstGeom prst="rect">
            <a:avLst/>
          </a:prstGeom>
        </p:spPr>
        <p:txBody>
          <a:bodyPr vert="horz" lIns="0" tIns="0" rIns="0" bIns="0" rtlCol="0" anchor="ctr"/>
          <a:lstStyle>
            <a:lvl1pPr algn="l">
              <a:defRPr sz="1700" baseline="0">
                <a:solidFill>
                  <a:schemeClr val="bg2"/>
                </a:solidFill>
                <a:latin typeface="Arial" pitchFamily="34" charset="0"/>
              </a:defRPr>
            </a:lvl1pPr>
          </a:lstStyle>
          <a:p>
            <a:r>
              <a:rPr lang="en-US" dirty="0"/>
              <a:t>Presentation title - edit in Header and Footer</a:t>
            </a: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1 line) and Two Col Content">
    <p:spTree>
      <p:nvGrpSpPr>
        <p:cNvPr id="1" name=""/>
        <p:cNvGrpSpPr/>
        <p:nvPr/>
      </p:nvGrpSpPr>
      <p:grpSpPr>
        <a:xfrm>
          <a:off x="0" y="0"/>
          <a:ext cx="0" cy="0"/>
          <a:chOff x="0" y="0"/>
          <a:chExt cx="0" cy="0"/>
        </a:xfrm>
      </p:grpSpPr>
      <p:sp>
        <p:nvSpPr>
          <p:cNvPr id="2" name="Title 1"/>
          <p:cNvSpPr>
            <a:spLocks noGrp="1"/>
          </p:cNvSpPr>
          <p:nvPr>
            <p:ph type="title"/>
          </p:nvPr>
        </p:nvSpPr>
        <p:spPr>
          <a:xfrm>
            <a:off x="781200" y="1915200"/>
            <a:ext cx="11239200" cy="907200"/>
          </a:xfrm>
        </p:spPr>
        <p:txBody>
          <a:bodyPr lIns="0" tIns="0" rIns="0" bIns="0" anchor="t" anchorCtr="0"/>
          <a:lstStyle/>
          <a:p>
            <a:r>
              <a:rPr lang="en-US" dirty="0"/>
              <a:t>Click to edit Master title style</a:t>
            </a:r>
          </a:p>
        </p:txBody>
      </p:sp>
      <p:sp>
        <p:nvSpPr>
          <p:cNvPr id="3" name="Content Placeholder 2"/>
          <p:cNvSpPr>
            <a:spLocks noGrp="1"/>
          </p:cNvSpPr>
          <p:nvPr>
            <p:ph sz="half" idx="1"/>
          </p:nvPr>
        </p:nvSpPr>
        <p:spPr>
          <a:xfrm>
            <a:off x="781200" y="2923200"/>
            <a:ext cx="5493600" cy="5695200"/>
          </a:xfrm>
        </p:spPr>
        <p:txBody>
          <a:bodyPr lIns="0" tIns="0" rIns="0" bIns="0"/>
          <a:lstStyle>
            <a:lvl1pPr>
              <a:defRPr sz="2500" baseline="0">
                <a:solidFill>
                  <a:schemeClr val="tx1"/>
                </a:solidFill>
              </a:defRPr>
            </a:lvl1pPr>
            <a:lvl2pPr>
              <a:defRPr sz="2500"/>
            </a:lvl2pPr>
            <a:lvl3pPr>
              <a:defRPr sz="2500"/>
            </a:lvl3pPr>
            <a:lvl4pPr>
              <a:defRPr sz="2200"/>
            </a:lvl4pPr>
            <a:lvl5pPr>
              <a:defRPr sz="2200"/>
            </a:lvl5pPr>
            <a:lvl6pPr>
              <a:defRPr sz="2500"/>
            </a:lvl6pPr>
            <a:lvl7pPr>
              <a:defRPr sz="2500"/>
            </a:lvl7pPr>
            <a:lvl8pPr>
              <a:defRPr sz="2500"/>
            </a:lvl8pPr>
            <a:lvl9pPr>
              <a:defRPr sz="2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526800" y="2923200"/>
            <a:ext cx="5493600" cy="5695200"/>
          </a:xfrm>
        </p:spPr>
        <p:txBody>
          <a:bodyPr lIns="0" tIns="0" rIns="0" bIns="0"/>
          <a:lstStyle>
            <a:lvl1pPr>
              <a:defRPr sz="2500" baseline="0">
                <a:solidFill>
                  <a:schemeClr val="tx1"/>
                </a:solidFill>
              </a:defRPr>
            </a:lvl1pPr>
            <a:lvl2pPr>
              <a:defRPr sz="2500"/>
            </a:lvl2pPr>
            <a:lvl3pPr>
              <a:defRPr sz="2500"/>
            </a:lvl3pPr>
            <a:lvl4pPr>
              <a:defRPr sz="2200"/>
            </a:lvl4pPr>
            <a:lvl5pPr>
              <a:defRPr sz="2200"/>
            </a:lvl5pPr>
            <a:lvl6pPr>
              <a:defRPr sz="2500"/>
            </a:lvl6pPr>
            <a:lvl7pPr>
              <a:defRPr sz="2500"/>
            </a:lvl7pPr>
            <a:lvl8pPr>
              <a:defRPr sz="2500"/>
            </a:lvl8pPr>
            <a:lvl9pPr>
              <a:defRPr sz="2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p:cNvSpPr>
            <a:spLocks noGrp="1"/>
          </p:cNvSpPr>
          <p:nvPr>
            <p:ph type="sldNum" sz="quarter" idx="12"/>
          </p:nvPr>
        </p:nvSpPr>
        <p:spPr>
          <a:xfrm>
            <a:off x="0" y="8833048"/>
            <a:ext cx="12801600" cy="768152"/>
          </a:xfrm>
          <a:prstGeom prst="rect">
            <a:avLst/>
          </a:prstGeom>
          <a:solidFill>
            <a:schemeClr val="bg1"/>
          </a:solidFill>
        </p:spPr>
        <p:txBody>
          <a:bodyPr/>
          <a:lstStyle>
            <a:lvl1pPr marL="755363" algn="l">
              <a:defRPr>
                <a:solidFill>
                  <a:schemeClr val="bg2"/>
                </a:solidFill>
              </a:defRPr>
            </a:lvl1pPr>
          </a:lstStyle>
          <a:p>
            <a:fld id="{E051598E-9D06-4046-8EF2-7702044C4E81}" type="slidenum">
              <a:rPr lang="en-US" smtClean="0"/>
              <a:pPr/>
              <a:t>‹#›</a:t>
            </a:fld>
            <a:endParaRPr lang="en-US" dirty="0"/>
          </a:p>
        </p:txBody>
      </p:sp>
      <p:sp>
        <p:nvSpPr>
          <p:cNvPr id="11" name="Footer Placeholder 5"/>
          <p:cNvSpPr>
            <a:spLocks noGrp="1"/>
          </p:cNvSpPr>
          <p:nvPr>
            <p:ph type="ftr" sz="quarter" idx="3"/>
          </p:nvPr>
        </p:nvSpPr>
        <p:spPr>
          <a:xfrm>
            <a:off x="1259429" y="8833048"/>
            <a:ext cx="10785600" cy="768152"/>
          </a:xfrm>
          <a:prstGeom prst="rect">
            <a:avLst/>
          </a:prstGeom>
        </p:spPr>
        <p:txBody>
          <a:bodyPr vert="horz" lIns="0" tIns="0" rIns="0" bIns="0" rtlCol="0" anchor="ctr"/>
          <a:lstStyle>
            <a:lvl1pPr algn="l">
              <a:defRPr sz="1700" baseline="0">
                <a:solidFill>
                  <a:schemeClr val="bg2"/>
                </a:solidFill>
                <a:latin typeface="Arial" pitchFamily="34" charset="0"/>
              </a:defRPr>
            </a:lvl1pPr>
          </a:lstStyle>
          <a:p>
            <a:r>
              <a:rPr lang="en-US" dirty="0"/>
              <a:t>Presentation title - edit in Header and Footer</a:t>
            </a: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itle (2 lines) and Two Col Content">
    <p:spTree>
      <p:nvGrpSpPr>
        <p:cNvPr id="1" name=""/>
        <p:cNvGrpSpPr/>
        <p:nvPr/>
      </p:nvGrpSpPr>
      <p:grpSpPr>
        <a:xfrm>
          <a:off x="0" y="0"/>
          <a:ext cx="0" cy="0"/>
          <a:chOff x="0" y="0"/>
          <a:chExt cx="0" cy="0"/>
        </a:xfrm>
      </p:grpSpPr>
      <p:sp>
        <p:nvSpPr>
          <p:cNvPr id="2" name="Title 1"/>
          <p:cNvSpPr>
            <a:spLocks noGrp="1"/>
          </p:cNvSpPr>
          <p:nvPr>
            <p:ph type="title"/>
          </p:nvPr>
        </p:nvSpPr>
        <p:spPr>
          <a:xfrm>
            <a:off x="781200" y="1915200"/>
            <a:ext cx="11239200" cy="1663200"/>
          </a:xfrm>
        </p:spPr>
        <p:txBody>
          <a:bodyPr lIns="0" tIns="0" rIns="0" bIns="0" anchor="t" anchorCtr="0"/>
          <a:lstStyle/>
          <a:p>
            <a:r>
              <a:rPr lang="en-US" dirty="0"/>
              <a:t>Click to edit Master title style</a:t>
            </a:r>
          </a:p>
        </p:txBody>
      </p:sp>
      <p:sp>
        <p:nvSpPr>
          <p:cNvPr id="3" name="Content Placeholder 2"/>
          <p:cNvSpPr>
            <a:spLocks noGrp="1"/>
          </p:cNvSpPr>
          <p:nvPr>
            <p:ph sz="half" idx="1"/>
          </p:nvPr>
        </p:nvSpPr>
        <p:spPr>
          <a:xfrm>
            <a:off x="781200" y="3679200"/>
            <a:ext cx="5493600" cy="4989600"/>
          </a:xfrm>
        </p:spPr>
        <p:txBody>
          <a:bodyPr lIns="0" tIns="0" rIns="0" bIns="0"/>
          <a:lstStyle>
            <a:lvl1pPr>
              <a:defRPr sz="2500" baseline="0">
                <a:solidFill>
                  <a:schemeClr val="tx1"/>
                </a:solidFill>
              </a:defRPr>
            </a:lvl1pPr>
            <a:lvl2pPr>
              <a:defRPr sz="2500"/>
            </a:lvl2pPr>
            <a:lvl3pPr>
              <a:defRPr sz="2500"/>
            </a:lvl3pPr>
            <a:lvl4pPr>
              <a:defRPr sz="2200"/>
            </a:lvl4pPr>
            <a:lvl5pPr>
              <a:defRPr sz="2200"/>
            </a:lvl5pPr>
            <a:lvl6pPr>
              <a:defRPr sz="2500"/>
            </a:lvl6pPr>
            <a:lvl7pPr>
              <a:defRPr sz="2500"/>
            </a:lvl7pPr>
            <a:lvl8pPr>
              <a:defRPr sz="2500"/>
            </a:lvl8pPr>
            <a:lvl9pPr>
              <a:defRPr sz="2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526800" y="3679200"/>
            <a:ext cx="5493600" cy="4989600"/>
          </a:xfrm>
        </p:spPr>
        <p:txBody>
          <a:bodyPr lIns="0" tIns="0" rIns="0" bIns="0"/>
          <a:lstStyle>
            <a:lvl1pPr>
              <a:defRPr sz="2500" baseline="0">
                <a:solidFill>
                  <a:schemeClr val="tx1"/>
                </a:solidFill>
              </a:defRPr>
            </a:lvl1pPr>
            <a:lvl2pPr>
              <a:defRPr sz="2500"/>
            </a:lvl2pPr>
            <a:lvl3pPr>
              <a:defRPr sz="2500"/>
            </a:lvl3pPr>
            <a:lvl4pPr>
              <a:defRPr sz="2200"/>
            </a:lvl4pPr>
            <a:lvl5pPr>
              <a:defRPr sz="2200"/>
            </a:lvl5pPr>
            <a:lvl6pPr>
              <a:defRPr sz="2500"/>
            </a:lvl6pPr>
            <a:lvl7pPr>
              <a:defRPr sz="2500"/>
            </a:lvl7pPr>
            <a:lvl8pPr>
              <a:defRPr sz="2500"/>
            </a:lvl8pPr>
            <a:lvl9pPr>
              <a:defRPr sz="2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p:cNvSpPr>
            <a:spLocks noGrp="1"/>
          </p:cNvSpPr>
          <p:nvPr>
            <p:ph type="sldNum" sz="quarter" idx="12"/>
          </p:nvPr>
        </p:nvSpPr>
        <p:spPr>
          <a:xfrm>
            <a:off x="0" y="8833048"/>
            <a:ext cx="12801600" cy="768152"/>
          </a:xfrm>
          <a:prstGeom prst="rect">
            <a:avLst/>
          </a:prstGeom>
          <a:solidFill>
            <a:schemeClr val="bg1"/>
          </a:solidFill>
        </p:spPr>
        <p:txBody>
          <a:bodyPr/>
          <a:lstStyle>
            <a:lvl1pPr marL="755363" algn="l">
              <a:defRPr>
                <a:solidFill>
                  <a:schemeClr val="bg2"/>
                </a:solidFill>
              </a:defRPr>
            </a:lvl1pPr>
          </a:lstStyle>
          <a:p>
            <a:fld id="{E051598E-9D06-4046-8EF2-7702044C4E81}" type="slidenum">
              <a:rPr lang="en-US" smtClean="0"/>
              <a:pPr/>
              <a:t>‹#›</a:t>
            </a:fld>
            <a:endParaRPr lang="en-US" dirty="0"/>
          </a:p>
        </p:txBody>
      </p:sp>
      <p:sp>
        <p:nvSpPr>
          <p:cNvPr id="11" name="Footer Placeholder 5"/>
          <p:cNvSpPr>
            <a:spLocks noGrp="1"/>
          </p:cNvSpPr>
          <p:nvPr>
            <p:ph type="ftr" sz="quarter" idx="3"/>
          </p:nvPr>
        </p:nvSpPr>
        <p:spPr>
          <a:xfrm>
            <a:off x="1259429" y="8833048"/>
            <a:ext cx="10785600" cy="768152"/>
          </a:xfrm>
          <a:prstGeom prst="rect">
            <a:avLst/>
          </a:prstGeom>
        </p:spPr>
        <p:txBody>
          <a:bodyPr vert="horz" lIns="0" tIns="0" rIns="0" bIns="0" rtlCol="0" anchor="ctr"/>
          <a:lstStyle>
            <a:lvl1pPr algn="l">
              <a:defRPr sz="1700" baseline="0">
                <a:solidFill>
                  <a:schemeClr val="bg2"/>
                </a:solidFill>
                <a:latin typeface="Arial" pitchFamily="34" charset="0"/>
              </a:defRPr>
            </a:lvl1pPr>
          </a:lstStyle>
          <a:p>
            <a:r>
              <a:rPr lang="en-US" dirty="0"/>
              <a:t>Presentation title - edit in Header and Footer</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Content Placeholder 2"/>
          <p:cNvSpPr>
            <a:spLocks noGrp="1"/>
          </p:cNvSpPr>
          <p:nvPr>
            <p:ph idx="1"/>
          </p:nvPr>
        </p:nvSpPr>
        <p:spPr>
          <a:xfrm>
            <a:off x="781200" y="1915199"/>
            <a:ext cx="11239200" cy="6703200"/>
          </a:xfrm>
        </p:spPr>
        <p:txBody>
          <a:bodyPr lIns="0" tIns="0" rIns="0" bIns="0"/>
          <a:lstStyle>
            <a:lvl1pPr>
              <a:spcBef>
                <a:spcPts val="1680"/>
              </a:spcBef>
              <a:defRPr>
                <a:solidFill>
                  <a:schemeClr val="tx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0" y="8833048"/>
            <a:ext cx="12801600" cy="768152"/>
          </a:xfrm>
          <a:prstGeom prst="rect">
            <a:avLst/>
          </a:prstGeom>
          <a:solidFill>
            <a:schemeClr val="bg1"/>
          </a:solidFill>
        </p:spPr>
        <p:txBody>
          <a:bodyPr/>
          <a:lstStyle>
            <a:lvl1pPr marL="755363" algn="l">
              <a:defRPr>
                <a:solidFill>
                  <a:schemeClr val="bg2"/>
                </a:solidFill>
              </a:defRPr>
            </a:lvl1pPr>
          </a:lstStyle>
          <a:p>
            <a:fld id="{E051598E-9D06-4046-8EF2-7702044C4E81}" type="slidenum">
              <a:rPr lang="en-US" smtClean="0"/>
              <a:pPr/>
              <a:t>‹#›</a:t>
            </a:fld>
            <a:endParaRPr lang="en-US" dirty="0"/>
          </a:p>
        </p:txBody>
      </p:sp>
      <p:sp>
        <p:nvSpPr>
          <p:cNvPr id="9" name="Footer Placeholder 5"/>
          <p:cNvSpPr>
            <a:spLocks noGrp="1"/>
          </p:cNvSpPr>
          <p:nvPr>
            <p:ph type="ftr" sz="quarter" idx="3"/>
          </p:nvPr>
        </p:nvSpPr>
        <p:spPr>
          <a:xfrm>
            <a:off x="1259429" y="8833048"/>
            <a:ext cx="10785600" cy="768152"/>
          </a:xfrm>
          <a:prstGeom prst="rect">
            <a:avLst/>
          </a:prstGeom>
        </p:spPr>
        <p:txBody>
          <a:bodyPr vert="horz" lIns="0" tIns="0" rIns="0" bIns="0" rtlCol="0" anchor="ctr"/>
          <a:lstStyle>
            <a:lvl1pPr algn="l">
              <a:defRPr sz="1700" baseline="0">
                <a:solidFill>
                  <a:schemeClr val="bg2"/>
                </a:solidFill>
                <a:latin typeface="Arial" pitchFamily="34" charset="0"/>
              </a:defRPr>
            </a:lvl1pPr>
          </a:lstStyle>
          <a:p>
            <a:r>
              <a:rPr lang="en-US" dirty="0"/>
              <a:t>Presentation title - edit in Header and Footer</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1203" y="1915200"/>
            <a:ext cx="4309054" cy="938554"/>
          </a:xfrm>
        </p:spPr>
        <p:txBody>
          <a:bodyPr anchor="t" anchorCtr="0">
            <a:normAutofit/>
          </a:bodyPr>
          <a:lstStyle>
            <a:lvl1pPr algn="l">
              <a:defRPr sz="2500" b="0" i="0" spc="0" baseline="0">
                <a:solidFill>
                  <a:schemeClr val="tx1"/>
                </a:solidFill>
                <a:latin typeface="Arial" pitchFamily="34" charset="0"/>
              </a:defRPr>
            </a:lvl1pPr>
          </a:lstStyle>
          <a:p>
            <a:r>
              <a:rPr lang="en-US" dirty="0"/>
              <a:t>Click to edit Master title style</a:t>
            </a:r>
          </a:p>
        </p:txBody>
      </p:sp>
      <p:sp>
        <p:nvSpPr>
          <p:cNvPr id="3" name="Content Placeholder 2"/>
          <p:cNvSpPr>
            <a:spLocks noGrp="1"/>
          </p:cNvSpPr>
          <p:nvPr>
            <p:ph idx="1"/>
          </p:nvPr>
        </p:nvSpPr>
        <p:spPr>
          <a:xfrm>
            <a:off x="5291881" y="1915201"/>
            <a:ext cx="6718793" cy="6703200"/>
          </a:xfrm>
        </p:spPr>
        <p:txBody>
          <a:bodyPr/>
          <a:lstStyle>
            <a:lvl1pPr>
              <a:defRPr sz="2500" baseline="0">
                <a:solidFill>
                  <a:schemeClr val="tx1"/>
                </a:solidFill>
              </a:defRPr>
            </a:lvl1pPr>
            <a:lvl2pPr>
              <a:defRPr sz="2500" baseline="0"/>
            </a:lvl2pPr>
            <a:lvl3pPr>
              <a:defRPr sz="2500" baseline="0"/>
            </a:lvl3pPr>
            <a:lvl4pPr>
              <a:defRPr sz="2200" baseline="0"/>
            </a:lvl4pPr>
            <a:lvl5pPr>
              <a:defRPr sz="2200" baseline="0"/>
            </a:lvl5pPr>
            <a:lvl6pPr>
              <a:defRPr sz="2800"/>
            </a:lvl6pPr>
            <a:lvl7pPr>
              <a:defRPr sz="2800"/>
            </a:lvl7pPr>
            <a:lvl8pPr>
              <a:defRPr sz="2800"/>
            </a:lvl8pPr>
            <a:lvl9pPr>
              <a:defRPr sz="2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81203" y="2986001"/>
            <a:ext cx="4309054" cy="5645427"/>
          </a:xfrm>
        </p:spPr>
        <p:txBody>
          <a:bodyPr/>
          <a:lstStyle>
            <a:lvl1pPr marL="0" indent="0">
              <a:buNone/>
              <a:defRPr sz="2200" baseline="0">
                <a:solidFill>
                  <a:schemeClr val="tx1"/>
                </a:solidFill>
              </a:defRPr>
            </a:lvl1pPr>
            <a:lvl2pPr marL="639541" indent="0">
              <a:buNone/>
              <a:defRPr sz="1700"/>
            </a:lvl2pPr>
            <a:lvl3pPr marL="1279082" indent="0">
              <a:buNone/>
              <a:defRPr sz="1400"/>
            </a:lvl3pPr>
            <a:lvl4pPr marL="1918624" indent="0">
              <a:buNone/>
              <a:defRPr sz="1300"/>
            </a:lvl4pPr>
            <a:lvl5pPr marL="2558165" indent="0">
              <a:buNone/>
              <a:defRPr sz="1300"/>
            </a:lvl5pPr>
            <a:lvl6pPr marL="3197711" indent="0">
              <a:buNone/>
              <a:defRPr sz="1300"/>
            </a:lvl6pPr>
            <a:lvl7pPr marL="3837256" indent="0">
              <a:buNone/>
              <a:defRPr sz="1300"/>
            </a:lvl7pPr>
            <a:lvl8pPr marL="4476797" indent="0">
              <a:buNone/>
              <a:defRPr sz="1300"/>
            </a:lvl8pPr>
            <a:lvl9pPr marL="5116341" indent="0">
              <a:buNone/>
              <a:defRPr sz="1300"/>
            </a:lvl9pPr>
          </a:lstStyle>
          <a:p>
            <a:pPr lvl="0"/>
            <a:r>
              <a:rPr lang="en-US" dirty="0"/>
              <a:t>Click to edit Master text styles</a:t>
            </a:r>
          </a:p>
        </p:txBody>
      </p:sp>
      <p:sp>
        <p:nvSpPr>
          <p:cNvPr id="10" name="Slide Number Placeholder 5"/>
          <p:cNvSpPr>
            <a:spLocks noGrp="1"/>
          </p:cNvSpPr>
          <p:nvPr>
            <p:ph type="sldNum" sz="quarter" idx="12"/>
          </p:nvPr>
        </p:nvSpPr>
        <p:spPr>
          <a:xfrm>
            <a:off x="0" y="8833048"/>
            <a:ext cx="12801600" cy="768152"/>
          </a:xfrm>
          <a:prstGeom prst="rect">
            <a:avLst/>
          </a:prstGeom>
          <a:solidFill>
            <a:schemeClr val="bg1"/>
          </a:solidFill>
        </p:spPr>
        <p:txBody>
          <a:bodyPr/>
          <a:lstStyle>
            <a:lvl1pPr marL="755363" algn="l">
              <a:defRPr>
                <a:solidFill>
                  <a:schemeClr val="bg2"/>
                </a:solidFill>
              </a:defRPr>
            </a:lvl1pPr>
          </a:lstStyle>
          <a:p>
            <a:fld id="{E051598E-9D06-4046-8EF2-7702044C4E81}" type="slidenum">
              <a:rPr lang="en-US" smtClean="0"/>
              <a:pPr/>
              <a:t>‹#›</a:t>
            </a:fld>
            <a:endParaRPr lang="en-US" dirty="0"/>
          </a:p>
        </p:txBody>
      </p:sp>
      <p:sp>
        <p:nvSpPr>
          <p:cNvPr id="11" name="Footer Placeholder 5"/>
          <p:cNvSpPr>
            <a:spLocks noGrp="1"/>
          </p:cNvSpPr>
          <p:nvPr>
            <p:ph type="ftr" sz="quarter" idx="3"/>
          </p:nvPr>
        </p:nvSpPr>
        <p:spPr>
          <a:xfrm>
            <a:off x="1259429" y="8833048"/>
            <a:ext cx="10785600" cy="768152"/>
          </a:xfrm>
          <a:prstGeom prst="rect">
            <a:avLst/>
          </a:prstGeom>
        </p:spPr>
        <p:txBody>
          <a:bodyPr vert="horz" lIns="0" tIns="0" rIns="0" bIns="0" rtlCol="0" anchor="ctr"/>
          <a:lstStyle>
            <a:lvl1pPr algn="l">
              <a:defRPr sz="1700" baseline="0">
                <a:solidFill>
                  <a:schemeClr val="bg2"/>
                </a:solidFill>
                <a:latin typeface="Arial" pitchFamily="34" charset="0"/>
              </a:defRPr>
            </a:lvl1pPr>
          </a:lstStyle>
          <a:p>
            <a:r>
              <a:rPr lang="en-US" dirty="0"/>
              <a:t>Presentation title - edit in Header and Footer</a:t>
            </a: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81200" y="2520000"/>
            <a:ext cx="11239200" cy="6128640"/>
          </a:xfrm>
        </p:spPr>
        <p:txBody>
          <a:bodyPr lIns="0" tIns="0" rIns="0" bIns="0" anchor="t" anchorCtr="0"/>
          <a:lstStyle>
            <a:lvl1pPr marL="0" indent="0">
              <a:buNone/>
              <a:defRPr sz="5000" b="0" i="0">
                <a:solidFill>
                  <a:schemeClr val="tx1"/>
                </a:solidFill>
              </a:defRPr>
            </a:lvl1pPr>
            <a:lvl2pPr marL="639541" indent="0">
              <a:buNone/>
              <a:defRPr sz="2500">
                <a:solidFill>
                  <a:schemeClr val="tx1">
                    <a:tint val="75000"/>
                  </a:schemeClr>
                </a:solidFill>
              </a:defRPr>
            </a:lvl2pPr>
            <a:lvl3pPr marL="1279082" indent="0">
              <a:buNone/>
              <a:defRPr sz="2200">
                <a:solidFill>
                  <a:schemeClr val="tx1">
                    <a:tint val="75000"/>
                  </a:schemeClr>
                </a:solidFill>
              </a:defRPr>
            </a:lvl3pPr>
            <a:lvl4pPr marL="1918624" indent="0">
              <a:buNone/>
              <a:defRPr sz="2000">
                <a:solidFill>
                  <a:schemeClr val="tx1">
                    <a:tint val="75000"/>
                  </a:schemeClr>
                </a:solidFill>
              </a:defRPr>
            </a:lvl4pPr>
            <a:lvl5pPr marL="2558165" indent="0">
              <a:buNone/>
              <a:defRPr sz="2000">
                <a:solidFill>
                  <a:schemeClr val="tx1">
                    <a:tint val="75000"/>
                  </a:schemeClr>
                </a:solidFill>
              </a:defRPr>
            </a:lvl5pPr>
            <a:lvl6pPr marL="3197711" indent="0">
              <a:buNone/>
              <a:defRPr sz="2000">
                <a:solidFill>
                  <a:schemeClr val="tx1">
                    <a:tint val="75000"/>
                  </a:schemeClr>
                </a:solidFill>
              </a:defRPr>
            </a:lvl6pPr>
            <a:lvl7pPr marL="3837256" indent="0">
              <a:buNone/>
              <a:defRPr sz="2000">
                <a:solidFill>
                  <a:schemeClr val="tx1">
                    <a:tint val="75000"/>
                  </a:schemeClr>
                </a:solidFill>
              </a:defRPr>
            </a:lvl7pPr>
            <a:lvl8pPr marL="4476797" indent="0">
              <a:buNone/>
              <a:defRPr sz="2000">
                <a:solidFill>
                  <a:schemeClr val="tx1">
                    <a:tint val="75000"/>
                  </a:schemeClr>
                </a:solidFill>
              </a:defRPr>
            </a:lvl8pPr>
            <a:lvl9pPr marL="5116341" indent="0">
              <a:buNone/>
              <a:defRPr sz="2000">
                <a:solidFill>
                  <a:schemeClr val="tx1">
                    <a:tint val="75000"/>
                  </a:schemeClr>
                </a:solidFill>
              </a:defRPr>
            </a:lvl9pPr>
          </a:lstStyle>
          <a:p>
            <a:pPr lvl="0"/>
            <a:r>
              <a:rPr lang="en-US" dirty="0"/>
              <a:t>Click to edit Master text styles</a:t>
            </a:r>
          </a:p>
        </p:txBody>
      </p:sp>
      <p:sp>
        <p:nvSpPr>
          <p:cNvPr id="8" name="Slide Number Placeholder 5"/>
          <p:cNvSpPr>
            <a:spLocks noGrp="1"/>
          </p:cNvSpPr>
          <p:nvPr>
            <p:ph type="sldNum" sz="quarter" idx="12"/>
          </p:nvPr>
        </p:nvSpPr>
        <p:spPr>
          <a:xfrm>
            <a:off x="0" y="8833048"/>
            <a:ext cx="12801600" cy="768152"/>
          </a:xfrm>
          <a:prstGeom prst="rect">
            <a:avLst/>
          </a:prstGeom>
          <a:solidFill>
            <a:schemeClr val="bg1"/>
          </a:solidFill>
        </p:spPr>
        <p:txBody>
          <a:bodyPr/>
          <a:lstStyle>
            <a:lvl1pPr marL="755363" algn="l">
              <a:defRPr>
                <a:solidFill>
                  <a:schemeClr val="bg2"/>
                </a:solidFill>
              </a:defRPr>
            </a:lvl1pPr>
          </a:lstStyle>
          <a:p>
            <a:fld id="{E051598E-9D06-4046-8EF2-7702044C4E81}" type="slidenum">
              <a:rPr lang="en-US" smtClean="0"/>
              <a:pPr/>
              <a:t>‹#›</a:t>
            </a:fld>
            <a:endParaRPr lang="en-US" dirty="0"/>
          </a:p>
        </p:txBody>
      </p:sp>
      <p:sp>
        <p:nvSpPr>
          <p:cNvPr id="13" name="Footer Placeholder 5"/>
          <p:cNvSpPr>
            <a:spLocks noGrp="1"/>
          </p:cNvSpPr>
          <p:nvPr>
            <p:ph type="ftr" sz="quarter" idx="3"/>
          </p:nvPr>
        </p:nvSpPr>
        <p:spPr>
          <a:xfrm>
            <a:off x="1259429" y="8833048"/>
            <a:ext cx="10785600" cy="768152"/>
          </a:xfrm>
          <a:prstGeom prst="rect">
            <a:avLst/>
          </a:prstGeom>
        </p:spPr>
        <p:txBody>
          <a:bodyPr vert="horz" lIns="0" tIns="0" rIns="0" bIns="0" rtlCol="0" anchor="ctr"/>
          <a:lstStyle>
            <a:lvl1pPr algn="l">
              <a:defRPr sz="1700" baseline="0">
                <a:solidFill>
                  <a:schemeClr val="bg2"/>
                </a:solidFill>
                <a:latin typeface="Arial" pitchFamily="34" charset="0"/>
              </a:defRPr>
            </a:lvl1pPr>
          </a:lstStyle>
          <a:p>
            <a:r>
              <a:rPr lang="en-US" dirty="0"/>
              <a:t>Presentation title - edit in Header and Footer</a:t>
            </a: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Only">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13"/>
            <a:ext cx="12801600" cy="8832215"/>
          </a:xfrm>
        </p:spPr>
        <p:txBody>
          <a:bodyPr/>
          <a:lstStyle/>
          <a:p>
            <a:endParaRPr lang="en-US" dirty="0"/>
          </a:p>
        </p:txBody>
      </p:sp>
      <p:sp>
        <p:nvSpPr>
          <p:cNvPr id="5" name="Slide Number Placeholder 5"/>
          <p:cNvSpPr>
            <a:spLocks noGrp="1"/>
          </p:cNvSpPr>
          <p:nvPr>
            <p:ph type="sldNum" sz="quarter" idx="12"/>
          </p:nvPr>
        </p:nvSpPr>
        <p:spPr>
          <a:xfrm>
            <a:off x="0" y="8833048"/>
            <a:ext cx="12801600" cy="768152"/>
          </a:xfrm>
          <a:prstGeom prst="rect">
            <a:avLst/>
          </a:prstGeom>
          <a:solidFill>
            <a:schemeClr val="bg1"/>
          </a:solidFill>
        </p:spPr>
        <p:txBody>
          <a:bodyPr/>
          <a:lstStyle>
            <a:lvl1pPr marL="755363" algn="l">
              <a:defRPr>
                <a:solidFill>
                  <a:schemeClr val="bg2"/>
                </a:solidFill>
              </a:defRPr>
            </a:lvl1pPr>
          </a:lstStyle>
          <a:p>
            <a:fld id="{E051598E-9D06-4046-8EF2-7702044C4E81}" type="slidenum">
              <a:rPr lang="en-US" smtClean="0"/>
              <a:pPr/>
              <a:t>‹#›</a:t>
            </a:fld>
            <a:endParaRPr lang="en-US" dirty="0"/>
          </a:p>
        </p:txBody>
      </p:sp>
      <p:sp>
        <p:nvSpPr>
          <p:cNvPr id="7" name="Footer Placeholder 5"/>
          <p:cNvSpPr>
            <a:spLocks noGrp="1"/>
          </p:cNvSpPr>
          <p:nvPr>
            <p:ph type="ftr" sz="quarter" idx="3"/>
          </p:nvPr>
        </p:nvSpPr>
        <p:spPr>
          <a:xfrm>
            <a:off x="1259429" y="8833048"/>
            <a:ext cx="10785600" cy="768152"/>
          </a:xfrm>
          <a:prstGeom prst="rect">
            <a:avLst/>
          </a:prstGeom>
        </p:spPr>
        <p:txBody>
          <a:bodyPr vert="horz" lIns="0" tIns="0" rIns="0" bIns="0" rtlCol="0" anchor="ctr"/>
          <a:lstStyle>
            <a:lvl1pPr algn="l">
              <a:defRPr sz="1700" baseline="0">
                <a:solidFill>
                  <a:schemeClr val="bg2"/>
                </a:solidFill>
                <a:latin typeface="Arial" pitchFamily="34" charset="0"/>
              </a:defRPr>
            </a:lvl1pPr>
          </a:lstStyle>
          <a:p>
            <a:r>
              <a:rPr lang="en-US" dirty="0"/>
              <a:t>Presentation title - edit in Header and Footer</a:t>
            </a: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p:cNvSpPr/>
          <p:nvPr userDrawn="1"/>
        </p:nvSpPr>
        <p:spPr>
          <a:xfrm>
            <a:off x="0" y="2482533"/>
            <a:ext cx="12801600" cy="7118667"/>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28016" tIns="64008" rIns="128016" bIns="64008" anchor="ctr"/>
          <a:lstStyle/>
          <a:p>
            <a:pPr algn="ctr" defTabSz="1280160">
              <a:defRPr/>
            </a:pPr>
            <a:endParaRPr lang="en-US" dirty="0">
              <a:solidFill>
                <a:prstClr val="white"/>
              </a:solidFill>
            </a:endParaRPr>
          </a:p>
        </p:txBody>
      </p:sp>
      <p:sp>
        <p:nvSpPr>
          <p:cNvPr id="5" name="Rectangle 4"/>
          <p:cNvSpPr>
            <a:spLocks noChangeArrowheads="1"/>
          </p:cNvSpPr>
          <p:nvPr userDrawn="1"/>
        </p:nvSpPr>
        <p:spPr bwMode="auto">
          <a:xfrm>
            <a:off x="0" y="2280286"/>
            <a:ext cx="12801600" cy="202248"/>
          </a:xfrm>
          <a:prstGeom prst="rect">
            <a:avLst/>
          </a:prstGeom>
          <a:solidFill>
            <a:srgbClr val="00AE9E"/>
          </a:solidFill>
          <a:ln w="9525">
            <a:noFill/>
            <a:miter lim="800000"/>
            <a:headEnd/>
            <a:tailEnd/>
          </a:ln>
        </p:spPr>
        <p:txBody>
          <a:bodyPr lIns="128016" tIns="64008" rIns="128016" bIns="64008" anchor="ctr">
            <a:prstTxWarp prst="textNoShape">
              <a:avLst/>
            </a:prstTxWarp>
          </a:bodyPr>
          <a:lstStyle/>
          <a:p>
            <a:pPr algn="ctr" defTabSz="1280160">
              <a:defRPr/>
            </a:pPr>
            <a:endParaRPr lang="en-US" dirty="0">
              <a:solidFill>
                <a:prstClr val="white"/>
              </a:solidFill>
              <a:ea typeface="ヒラギノ角ゴ Pro W3" pitchFamily="84" charset="-128"/>
            </a:endParaRPr>
          </a:p>
        </p:txBody>
      </p:sp>
      <p:pic>
        <p:nvPicPr>
          <p:cNvPr id="6" name="Picture 7" descr="PHE_3268_SML_AW.pn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755651" y="466727"/>
            <a:ext cx="1461083" cy="907199"/>
          </a:xfrm>
          <a:prstGeom prst="rect">
            <a:avLst/>
          </a:prstGeom>
          <a:noFill/>
          <a:ln w="9525">
            <a:noFill/>
            <a:miter lim="800000"/>
            <a:headEnd/>
            <a:tailEnd/>
          </a:ln>
        </p:spPr>
      </p:pic>
      <p:sp>
        <p:nvSpPr>
          <p:cNvPr id="2" name="Title 1"/>
          <p:cNvSpPr>
            <a:spLocks noGrp="1"/>
          </p:cNvSpPr>
          <p:nvPr>
            <p:ph type="ctrTitle"/>
          </p:nvPr>
        </p:nvSpPr>
        <p:spPr>
          <a:xfrm>
            <a:off x="781200" y="2985999"/>
            <a:ext cx="10687107" cy="2918360"/>
          </a:xfrm>
          <a:ln>
            <a:noFill/>
          </a:ln>
        </p:spPr>
        <p:txBody>
          <a:bodyPr anchor="t">
            <a:noAutofit/>
          </a:bodyPr>
          <a:lstStyle>
            <a:lvl1pPr algn="l">
              <a:defRPr sz="6300" baseline="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781200" y="8429803"/>
            <a:ext cx="10687107" cy="473670"/>
          </a:xfrm>
        </p:spPr>
        <p:txBody>
          <a:bodyPr anchor="b">
            <a:normAutofit/>
          </a:bodyPr>
          <a:lstStyle>
            <a:lvl1pPr marL="0" indent="0" algn="l">
              <a:spcBef>
                <a:spcPts val="0"/>
              </a:spcBef>
              <a:buNone/>
              <a:defRPr sz="2800" b="0" i="0">
                <a:solidFill>
                  <a:schemeClr val="bg1"/>
                </a:solidFill>
              </a:defRPr>
            </a:lvl1pPr>
            <a:lvl2pPr marL="640080" indent="0" algn="ctr">
              <a:buNone/>
              <a:defRPr>
                <a:solidFill>
                  <a:schemeClr val="tx1">
                    <a:tint val="75000"/>
                  </a:schemeClr>
                </a:solidFill>
              </a:defRPr>
            </a:lvl2pPr>
            <a:lvl3pPr marL="1280160" indent="0" algn="ctr">
              <a:buNone/>
              <a:defRPr>
                <a:solidFill>
                  <a:schemeClr val="tx1">
                    <a:tint val="75000"/>
                  </a:schemeClr>
                </a:solidFill>
              </a:defRPr>
            </a:lvl3pPr>
            <a:lvl4pPr marL="1920240" indent="0" algn="ctr">
              <a:buNone/>
              <a:defRPr>
                <a:solidFill>
                  <a:schemeClr val="tx1">
                    <a:tint val="75000"/>
                  </a:schemeClr>
                </a:solidFill>
              </a:defRPr>
            </a:lvl4pPr>
            <a:lvl5pPr marL="2560320" indent="0" algn="ctr">
              <a:buNone/>
              <a:defRPr>
                <a:solidFill>
                  <a:schemeClr val="tx1">
                    <a:tint val="75000"/>
                  </a:schemeClr>
                </a:solidFill>
              </a:defRPr>
            </a:lvl5pPr>
            <a:lvl6pPr marL="3200400" indent="0" algn="ctr">
              <a:buNone/>
              <a:defRPr>
                <a:solidFill>
                  <a:schemeClr val="tx1">
                    <a:tint val="75000"/>
                  </a:schemeClr>
                </a:solidFill>
              </a:defRPr>
            </a:lvl6pPr>
            <a:lvl7pPr marL="3840480" indent="0" algn="ctr">
              <a:buNone/>
              <a:defRPr>
                <a:solidFill>
                  <a:schemeClr val="tx1">
                    <a:tint val="75000"/>
                  </a:schemeClr>
                </a:solidFill>
              </a:defRPr>
            </a:lvl7pPr>
            <a:lvl8pPr marL="4480560" indent="0" algn="ctr">
              <a:buNone/>
              <a:defRPr>
                <a:solidFill>
                  <a:schemeClr val="tx1">
                    <a:tint val="75000"/>
                  </a:schemeClr>
                </a:solidFill>
              </a:defRPr>
            </a:lvl8pPr>
            <a:lvl9pPr marL="5120640" indent="0" algn="ctr">
              <a:buNone/>
              <a:defRPr>
                <a:solidFill>
                  <a:schemeClr val="tx1">
                    <a:tint val="75000"/>
                  </a:schemeClr>
                </a:solidFill>
              </a:defRPr>
            </a:lvl9pPr>
          </a:lstStyle>
          <a:p>
            <a:r>
              <a:rPr lang="en-US" dirty="0" smtClean="0"/>
              <a:t>Click to edit Master subtitle style</a:t>
            </a:r>
          </a:p>
        </p:txBody>
      </p:sp>
    </p:spTree>
    <p:extLst>
      <p:ext uri="{BB962C8B-B14F-4D97-AF65-F5344CB8AC3E}">
        <p14:creationId xmlns:p14="http://schemas.microsoft.com/office/powerpoint/2010/main" val="2488376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1 line) and Content">
    <p:spTree>
      <p:nvGrpSpPr>
        <p:cNvPr id="1" name=""/>
        <p:cNvGrpSpPr/>
        <p:nvPr/>
      </p:nvGrpSpPr>
      <p:grpSpPr>
        <a:xfrm>
          <a:off x="0" y="0"/>
          <a:ext cx="0" cy="0"/>
          <a:chOff x="0" y="0"/>
          <a:chExt cx="0" cy="0"/>
        </a:xfrm>
      </p:grpSpPr>
      <p:pic>
        <p:nvPicPr>
          <p:cNvPr id="4" name="Picture 7" descr="PHE_3268_SML_AW.pn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755651" y="466727"/>
            <a:ext cx="1461075" cy="907194"/>
          </a:xfrm>
          <a:prstGeom prst="rect">
            <a:avLst/>
          </a:prstGeom>
          <a:noFill/>
          <a:ln w="9525">
            <a:noFill/>
            <a:miter lim="800000"/>
            <a:headEnd/>
            <a:tailEnd/>
          </a:ln>
        </p:spPr>
      </p:pic>
      <p:sp>
        <p:nvSpPr>
          <p:cNvPr id="2" name="Title 1"/>
          <p:cNvSpPr>
            <a:spLocks noGrp="1"/>
          </p:cNvSpPr>
          <p:nvPr>
            <p:ph type="title"/>
          </p:nvPr>
        </p:nvSpPr>
        <p:spPr>
          <a:xfrm>
            <a:off x="781200" y="1915200"/>
            <a:ext cx="11239200" cy="907301"/>
          </a:xfrm>
        </p:spPr>
        <p:txBody>
          <a:bodyPr anchor="t" anchorCtr="0"/>
          <a:lstStyle>
            <a:lvl1pPr>
              <a:defRPr sz="5600" baseline="0">
                <a:solidFill>
                  <a:srgbClr val="00AE9E"/>
                </a:solidFill>
                <a:latin typeface="Arial"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781200" y="2923201"/>
            <a:ext cx="11239200" cy="5690237"/>
          </a:xfrm>
        </p:spPr>
        <p:txBody>
          <a:bodyPr/>
          <a:lstStyle>
            <a:lvl1pPr>
              <a:spcBef>
                <a:spcPts val="1680"/>
              </a:spcBef>
              <a:defRPr sz="2500" b="0">
                <a:solidFill>
                  <a:schemeClr val="tx1"/>
                </a:solidFill>
              </a:defRPr>
            </a:lvl1pPr>
          </a:lstStyle>
          <a:p>
            <a:pPr lvl="0"/>
            <a:r>
              <a:rPr lang="en-US" dirty="0" smtClean="0"/>
              <a:t>Click to edit Master text styles</a:t>
            </a:r>
          </a:p>
          <a:p>
            <a:pPr lvl="1"/>
            <a:r>
              <a:rPr lang="en-US" dirty="0" smtClean="0"/>
              <a:t>Second level</a:t>
            </a:r>
          </a:p>
          <a:p>
            <a:pPr lvl="3"/>
            <a:r>
              <a:rPr lang="en-US" dirty="0" smtClean="0"/>
              <a:t>Third level</a:t>
            </a:r>
          </a:p>
          <a:p>
            <a:pPr lvl="4"/>
            <a:r>
              <a:rPr lang="en-US" dirty="0" smtClean="0"/>
              <a:t>Fourth level</a:t>
            </a:r>
          </a:p>
          <a:p>
            <a:pPr lvl="5"/>
            <a:r>
              <a:rPr lang="en-US" dirty="0" smtClean="0"/>
              <a:t>Fifth level</a:t>
            </a:r>
            <a:endParaRPr lang="en-US" dirty="0"/>
          </a:p>
        </p:txBody>
      </p:sp>
      <p:sp>
        <p:nvSpPr>
          <p:cNvPr id="5" name="Slide Number Placeholder 5"/>
          <p:cNvSpPr>
            <a:spLocks noGrp="1"/>
          </p:cNvSpPr>
          <p:nvPr>
            <p:ph type="sldNum" sz="quarter" idx="10"/>
          </p:nvPr>
        </p:nvSpPr>
        <p:spPr/>
        <p:txBody>
          <a:bodyPr/>
          <a:lstStyle>
            <a:lvl1pPr>
              <a:defRPr/>
            </a:lvl1pPr>
          </a:lstStyle>
          <a:p>
            <a:pPr>
              <a:defRPr/>
            </a:pPr>
            <a:r>
              <a:rPr lang="en-US" dirty="0" smtClean="0">
                <a:solidFill>
                  <a:prstClr val="white"/>
                </a:solidFill>
              </a:rPr>
              <a:t>  </a:t>
            </a:r>
            <a:fld id="{2565FA6D-D4C8-4C4C-AC4B-3269734D34D8}" type="slidenum">
              <a:rPr lang="en-US" smtClean="0">
                <a:solidFill>
                  <a:prstClr val="white"/>
                </a:solidFill>
              </a:rPr>
              <a:pPr>
                <a:defRPr/>
              </a:pPr>
              <a:t>‹#›</a:t>
            </a:fld>
            <a:endParaRPr lang="en-US" dirty="0">
              <a:solidFill>
                <a:prstClr val="white"/>
              </a:solidFill>
            </a:endParaRPr>
          </a:p>
        </p:txBody>
      </p:sp>
      <p:sp>
        <p:nvSpPr>
          <p:cNvPr id="6" name="Footer Placeholder 5"/>
          <p:cNvSpPr>
            <a:spLocks noGrp="1"/>
          </p:cNvSpPr>
          <p:nvPr>
            <p:ph type="ftr" sz="quarter" idx="11"/>
          </p:nvPr>
        </p:nvSpPr>
        <p:spPr/>
        <p:txBody>
          <a:bodyPr/>
          <a:lstStyle>
            <a:lvl1pPr algn="l">
              <a:defRPr sz="1700" baseline="0">
                <a:solidFill>
                  <a:schemeClr val="bg1"/>
                </a:solidFill>
                <a:latin typeface="Arial" pitchFamily="34" charset="0"/>
              </a:defRPr>
            </a:lvl1pPr>
          </a:lstStyle>
          <a:p>
            <a:pPr>
              <a:defRPr/>
            </a:pPr>
            <a:r>
              <a:rPr lang="en-US" smtClean="0">
                <a:solidFill>
                  <a:prstClr val="white"/>
                </a:solidFill>
              </a:rPr>
              <a:t>Longer Lives</a:t>
            </a:r>
            <a:endParaRPr lang="en-US" dirty="0">
              <a:solidFill>
                <a:prstClr val="white"/>
              </a:solidFill>
            </a:endParaRPr>
          </a:p>
        </p:txBody>
      </p:sp>
    </p:spTree>
    <p:extLst>
      <p:ext uri="{BB962C8B-B14F-4D97-AF65-F5344CB8AC3E}">
        <p14:creationId xmlns:p14="http://schemas.microsoft.com/office/powerpoint/2010/main" val="3086809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2 lines) and Content">
    <p:spTree>
      <p:nvGrpSpPr>
        <p:cNvPr id="1" name=""/>
        <p:cNvGrpSpPr/>
        <p:nvPr/>
      </p:nvGrpSpPr>
      <p:grpSpPr>
        <a:xfrm>
          <a:off x="0" y="0"/>
          <a:ext cx="0" cy="0"/>
          <a:chOff x="0" y="0"/>
          <a:chExt cx="0" cy="0"/>
        </a:xfrm>
      </p:grpSpPr>
      <p:pic>
        <p:nvPicPr>
          <p:cNvPr id="4" name="Picture 7" descr="PHE_3268_SML_AW.pn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755651" y="466727"/>
            <a:ext cx="1461083" cy="907199"/>
          </a:xfrm>
          <a:prstGeom prst="rect">
            <a:avLst/>
          </a:prstGeom>
          <a:noFill/>
          <a:ln w="9525">
            <a:noFill/>
            <a:miter lim="800000"/>
            <a:headEnd/>
            <a:tailEnd/>
          </a:ln>
        </p:spPr>
      </p:pic>
      <p:sp>
        <p:nvSpPr>
          <p:cNvPr id="2" name="Title 1"/>
          <p:cNvSpPr>
            <a:spLocks noGrp="1"/>
          </p:cNvSpPr>
          <p:nvPr>
            <p:ph type="title"/>
          </p:nvPr>
        </p:nvSpPr>
        <p:spPr>
          <a:xfrm>
            <a:off x="781200" y="1915200"/>
            <a:ext cx="11239200" cy="1663200"/>
          </a:xfrm>
        </p:spPr>
        <p:txBody>
          <a:bodyPr anchor="t" anchorCtr="0"/>
          <a:lstStyle>
            <a:lvl1pPr>
              <a:defRPr sz="5600" baseline="0">
                <a:solidFill>
                  <a:srgbClr val="00AE9E"/>
                </a:solidFill>
                <a:latin typeface="Arial"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781200" y="3679200"/>
            <a:ext cx="11239200" cy="4952226"/>
          </a:xfrm>
        </p:spPr>
        <p:txBody>
          <a:bodyPr/>
          <a:lstStyle>
            <a:lvl1pPr>
              <a:spcBef>
                <a:spcPts val="1680"/>
              </a:spcBef>
              <a:defRPr>
                <a:solidFill>
                  <a:srgbClr val="00AE9E"/>
                </a:solidFill>
              </a:defRPr>
            </a:lvl1pPr>
          </a:lstStyle>
          <a:p>
            <a:pPr lvl="0"/>
            <a:r>
              <a:rPr lang="en-US" dirty="0" smtClean="0"/>
              <a:t>Click to edit Master text styles</a:t>
            </a:r>
          </a:p>
          <a:p>
            <a:pPr lvl="1"/>
            <a:r>
              <a:rPr lang="en-US" dirty="0" smtClean="0"/>
              <a:t>Second level</a:t>
            </a:r>
          </a:p>
          <a:p>
            <a:pPr lvl="3"/>
            <a:r>
              <a:rPr lang="en-US" dirty="0" smtClean="0"/>
              <a:t>Third level</a:t>
            </a:r>
          </a:p>
          <a:p>
            <a:pPr lvl="4"/>
            <a:r>
              <a:rPr lang="en-US" dirty="0" smtClean="0"/>
              <a:t>Fourth level</a:t>
            </a:r>
          </a:p>
          <a:p>
            <a:pPr lvl="5"/>
            <a:r>
              <a:rPr lang="en-US" dirty="0" smtClean="0"/>
              <a:t>Fifth level</a:t>
            </a:r>
            <a:endParaRPr lang="en-US" dirty="0"/>
          </a:p>
        </p:txBody>
      </p:sp>
      <p:sp>
        <p:nvSpPr>
          <p:cNvPr id="5" name="Slide Number Placeholder 5"/>
          <p:cNvSpPr>
            <a:spLocks noGrp="1"/>
          </p:cNvSpPr>
          <p:nvPr>
            <p:ph type="sldNum" sz="quarter" idx="10"/>
          </p:nvPr>
        </p:nvSpPr>
        <p:spPr/>
        <p:txBody>
          <a:bodyPr/>
          <a:lstStyle>
            <a:lvl1pPr>
              <a:defRPr/>
            </a:lvl1pPr>
          </a:lstStyle>
          <a:p>
            <a:pPr>
              <a:defRPr/>
            </a:pPr>
            <a:r>
              <a:rPr lang="en-US" dirty="0" smtClean="0">
                <a:solidFill>
                  <a:prstClr val="white"/>
                </a:solidFill>
              </a:rPr>
              <a:t>  </a:t>
            </a:r>
            <a:fld id="{F71B5A3E-AB5C-4394-BB97-07D04CB99A29}" type="slidenum">
              <a:rPr lang="en-US" smtClean="0">
                <a:solidFill>
                  <a:prstClr val="white"/>
                </a:solidFill>
              </a:rPr>
              <a:pPr>
                <a:defRPr/>
              </a:pPr>
              <a:t>‹#›</a:t>
            </a:fld>
            <a:endParaRPr lang="en-US" dirty="0">
              <a:solidFill>
                <a:prstClr val="white"/>
              </a:solidFill>
            </a:endParaRPr>
          </a:p>
        </p:txBody>
      </p:sp>
      <p:sp>
        <p:nvSpPr>
          <p:cNvPr id="6" name="Footer Placeholder 5"/>
          <p:cNvSpPr>
            <a:spLocks noGrp="1"/>
          </p:cNvSpPr>
          <p:nvPr>
            <p:ph type="ftr" sz="quarter" idx="11"/>
          </p:nvPr>
        </p:nvSpPr>
        <p:spPr/>
        <p:txBody>
          <a:bodyPr/>
          <a:lstStyle>
            <a:lvl1pPr algn="l">
              <a:defRPr sz="1700" baseline="0">
                <a:solidFill>
                  <a:schemeClr val="bg1"/>
                </a:solidFill>
                <a:latin typeface="Arial" pitchFamily="34" charset="0"/>
              </a:defRPr>
            </a:lvl1pPr>
          </a:lstStyle>
          <a:p>
            <a:pPr>
              <a:defRPr/>
            </a:pPr>
            <a:r>
              <a:rPr lang="en-US" smtClean="0">
                <a:solidFill>
                  <a:prstClr val="white"/>
                </a:solidFill>
              </a:rPr>
              <a:t>Presentation title - edit in Header and Footer</a:t>
            </a:r>
            <a:endParaRPr lang="en-US" dirty="0">
              <a:solidFill>
                <a:prstClr val="white"/>
              </a:solidFill>
            </a:endParaRPr>
          </a:p>
        </p:txBody>
      </p:sp>
    </p:spTree>
    <p:extLst>
      <p:ext uri="{BB962C8B-B14F-4D97-AF65-F5344CB8AC3E}">
        <p14:creationId xmlns:p14="http://schemas.microsoft.com/office/powerpoint/2010/main" val="21710925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itle (1 line) and Two Col Content">
    <p:spTree>
      <p:nvGrpSpPr>
        <p:cNvPr id="1" name=""/>
        <p:cNvGrpSpPr/>
        <p:nvPr/>
      </p:nvGrpSpPr>
      <p:grpSpPr>
        <a:xfrm>
          <a:off x="0" y="0"/>
          <a:ext cx="0" cy="0"/>
          <a:chOff x="0" y="0"/>
          <a:chExt cx="0" cy="0"/>
        </a:xfrm>
      </p:grpSpPr>
      <p:pic>
        <p:nvPicPr>
          <p:cNvPr id="5" name="Picture 7" descr="PHE_3268_SML_AW.pn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755651" y="466727"/>
            <a:ext cx="1461083" cy="907199"/>
          </a:xfrm>
          <a:prstGeom prst="rect">
            <a:avLst/>
          </a:prstGeom>
          <a:noFill/>
          <a:ln w="9525">
            <a:noFill/>
            <a:miter lim="800000"/>
            <a:headEnd/>
            <a:tailEnd/>
          </a:ln>
        </p:spPr>
      </p:pic>
      <p:sp>
        <p:nvSpPr>
          <p:cNvPr id="2" name="Title 1"/>
          <p:cNvSpPr>
            <a:spLocks noGrp="1"/>
          </p:cNvSpPr>
          <p:nvPr>
            <p:ph type="title"/>
          </p:nvPr>
        </p:nvSpPr>
        <p:spPr>
          <a:xfrm>
            <a:off x="781200" y="1915200"/>
            <a:ext cx="11239200" cy="907200"/>
          </a:xfrm>
        </p:spPr>
        <p:txBody>
          <a:bodyPr anchor="t" anchorCtr="0"/>
          <a:lstStyle/>
          <a:p>
            <a:r>
              <a:rPr lang="en-US" dirty="0" smtClean="0"/>
              <a:t>Click to edit Master title style</a:t>
            </a:r>
            <a:endParaRPr lang="en-US" dirty="0"/>
          </a:p>
        </p:txBody>
      </p:sp>
      <p:sp>
        <p:nvSpPr>
          <p:cNvPr id="3" name="Content Placeholder 2"/>
          <p:cNvSpPr>
            <a:spLocks noGrp="1"/>
          </p:cNvSpPr>
          <p:nvPr>
            <p:ph sz="half" idx="1"/>
          </p:nvPr>
        </p:nvSpPr>
        <p:spPr>
          <a:xfrm>
            <a:off x="781200" y="2923200"/>
            <a:ext cx="5493600" cy="5695200"/>
          </a:xfrm>
        </p:spPr>
        <p:txBody>
          <a:bodyPr/>
          <a:lstStyle>
            <a:lvl1pPr>
              <a:defRPr sz="2500" baseline="0"/>
            </a:lvl1pPr>
            <a:lvl2pPr>
              <a:defRPr sz="2500"/>
            </a:lvl2pPr>
            <a:lvl3pPr>
              <a:defRPr sz="2500"/>
            </a:lvl3pPr>
            <a:lvl4pPr>
              <a:defRPr sz="2200"/>
            </a:lvl4pPr>
            <a:lvl5pPr>
              <a:defRPr sz="2200"/>
            </a:lvl5pPr>
            <a:lvl6pPr>
              <a:defRPr sz="2000"/>
            </a:lvl6pPr>
            <a:lvl7pPr>
              <a:defRPr sz="2500"/>
            </a:lvl7pPr>
            <a:lvl8pPr>
              <a:defRPr sz="2500"/>
            </a:lvl8pPr>
            <a:lvl9pPr>
              <a:defRPr sz="2500"/>
            </a:lvl9pPr>
          </a:lstStyle>
          <a:p>
            <a:pPr lvl="0"/>
            <a:r>
              <a:rPr lang="en-US" dirty="0" smtClean="0"/>
              <a:t>Click to edit Master text styles</a:t>
            </a:r>
          </a:p>
          <a:p>
            <a:pPr lvl="1"/>
            <a:r>
              <a:rPr lang="en-US" dirty="0" smtClean="0"/>
              <a:t>Second level</a:t>
            </a:r>
          </a:p>
          <a:p>
            <a:pPr lvl="3"/>
            <a:r>
              <a:rPr lang="en-US" dirty="0" smtClean="0"/>
              <a:t>Third level</a:t>
            </a:r>
          </a:p>
          <a:p>
            <a:pPr lvl="4"/>
            <a:r>
              <a:rPr lang="en-US" dirty="0" smtClean="0"/>
              <a:t>Fourth level</a:t>
            </a:r>
          </a:p>
          <a:p>
            <a:pPr lvl="5"/>
            <a:r>
              <a:rPr lang="en-US" dirty="0" smtClean="0"/>
              <a:t>Fifth level</a:t>
            </a:r>
            <a:endParaRPr lang="en-US" dirty="0"/>
          </a:p>
        </p:txBody>
      </p:sp>
      <p:sp>
        <p:nvSpPr>
          <p:cNvPr id="4" name="Content Placeholder 3"/>
          <p:cNvSpPr>
            <a:spLocks noGrp="1"/>
          </p:cNvSpPr>
          <p:nvPr>
            <p:ph sz="half" idx="2"/>
          </p:nvPr>
        </p:nvSpPr>
        <p:spPr>
          <a:xfrm>
            <a:off x="6526800" y="2923200"/>
            <a:ext cx="5493600" cy="5695200"/>
          </a:xfrm>
        </p:spPr>
        <p:txBody>
          <a:bodyPr/>
          <a:lstStyle>
            <a:lvl1pPr>
              <a:defRPr sz="2500" baseline="0"/>
            </a:lvl1pPr>
            <a:lvl2pPr>
              <a:defRPr sz="2500"/>
            </a:lvl2pPr>
            <a:lvl3pPr>
              <a:defRPr sz="2500"/>
            </a:lvl3pPr>
            <a:lvl4pPr>
              <a:defRPr sz="2200"/>
            </a:lvl4pPr>
            <a:lvl5pPr>
              <a:defRPr sz="2200"/>
            </a:lvl5pPr>
            <a:lvl6pPr>
              <a:defRPr sz="2000"/>
            </a:lvl6pPr>
            <a:lvl7pPr>
              <a:defRPr sz="2500"/>
            </a:lvl7pPr>
            <a:lvl8pPr>
              <a:defRPr sz="2500"/>
            </a:lvl8pPr>
            <a:lvl9pPr>
              <a:defRPr sz="2500"/>
            </a:lvl9pPr>
          </a:lstStyle>
          <a:p>
            <a:pPr lvl="0"/>
            <a:r>
              <a:rPr lang="en-US" dirty="0" smtClean="0"/>
              <a:t>Click to edit Master text styles</a:t>
            </a:r>
          </a:p>
          <a:p>
            <a:pPr lvl="1"/>
            <a:r>
              <a:rPr lang="en-US" dirty="0" smtClean="0"/>
              <a:t>Second level</a:t>
            </a:r>
          </a:p>
          <a:p>
            <a:pPr lvl="3"/>
            <a:r>
              <a:rPr lang="en-US" dirty="0" smtClean="0"/>
              <a:t>Third level</a:t>
            </a:r>
          </a:p>
          <a:p>
            <a:pPr lvl="4"/>
            <a:r>
              <a:rPr lang="en-US" dirty="0" smtClean="0"/>
              <a:t>Fourth level</a:t>
            </a:r>
          </a:p>
          <a:p>
            <a:pPr lvl="5"/>
            <a:r>
              <a:rPr lang="en-US" dirty="0" smtClean="0"/>
              <a:t>Fifth level</a:t>
            </a:r>
            <a:endParaRPr lang="en-US" dirty="0"/>
          </a:p>
        </p:txBody>
      </p:sp>
      <p:sp>
        <p:nvSpPr>
          <p:cNvPr id="6" name="Slide Number Placeholder 5"/>
          <p:cNvSpPr>
            <a:spLocks noGrp="1"/>
          </p:cNvSpPr>
          <p:nvPr>
            <p:ph type="sldNum" sz="quarter" idx="10"/>
          </p:nvPr>
        </p:nvSpPr>
        <p:spPr/>
        <p:txBody>
          <a:bodyPr/>
          <a:lstStyle>
            <a:lvl1pPr>
              <a:defRPr/>
            </a:lvl1pPr>
          </a:lstStyle>
          <a:p>
            <a:pPr>
              <a:defRPr/>
            </a:pPr>
            <a:r>
              <a:rPr lang="en-US" dirty="0" smtClean="0">
                <a:solidFill>
                  <a:prstClr val="white"/>
                </a:solidFill>
              </a:rPr>
              <a:t>  </a:t>
            </a:r>
            <a:fld id="{BAADB3B0-2D09-4AA3-A340-09780B82849B}" type="slidenum">
              <a:rPr lang="en-US" smtClean="0">
                <a:solidFill>
                  <a:prstClr val="white"/>
                </a:solidFill>
              </a:rPr>
              <a:pPr>
                <a:defRPr/>
              </a:pPr>
              <a:t>‹#›</a:t>
            </a:fld>
            <a:endParaRPr lang="en-US" dirty="0">
              <a:solidFill>
                <a:prstClr val="white"/>
              </a:solidFill>
            </a:endParaRPr>
          </a:p>
        </p:txBody>
      </p:sp>
      <p:sp>
        <p:nvSpPr>
          <p:cNvPr id="7" name="Footer Placeholder 5"/>
          <p:cNvSpPr>
            <a:spLocks noGrp="1"/>
          </p:cNvSpPr>
          <p:nvPr>
            <p:ph type="ftr" sz="quarter" idx="11"/>
          </p:nvPr>
        </p:nvSpPr>
        <p:spPr/>
        <p:txBody>
          <a:bodyPr/>
          <a:lstStyle>
            <a:lvl1pPr algn="l">
              <a:defRPr sz="1700" baseline="0">
                <a:solidFill>
                  <a:schemeClr val="bg1"/>
                </a:solidFill>
                <a:latin typeface="Arial" pitchFamily="34" charset="0"/>
              </a:defRPr>
            </a:lvl1pPr>
          </a:lstStyle>
          <a:p>
            <a:pPr>
              <a:defRPr/>
            </a:pPr>
            <a:r>
              <a:rPr lang="en-US" smtClean="0">
                <a:solidFill>
                  <a:prstClr val="white"/>
                </a:solidFill>
              </a:rPr>
              <a:t>Presentation title - edit in Header and Footer</a:t>
            </a:r>
            <a:endParaRPr lang="en-US" dirty="0">
              <a:solidFill>
                <a:prstClr val="white"/>
              </a:solidFill>
            </a:endParaRPr>
          </a:p>
        </p:txBody>
      </p:sp>
    </p:spTree>
    <p:extLst>
      <p:ext uri="{BB962C8B-B14F-4D97-AF65-F5344CB8AC3E}">
        <p14:creationId xmlns:p14="http://schemas.microsoft.com/office/powerpoint/2010/main" val="4984574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itle (2 lines) and Two Col Content">
    <p:spTree>
      <p:nvGrpSpPr>
        <p:cNvPr id="1" name=""/>
        <p:cNvGrpSpPr/>
        <p:nvPr/>
      </p:nvGrpSpPr>
      <p:grpSpPr>
        <a:xfrm>
          <a:off x="0" y="0"/>
          <a:ext cx="0" cy="0"/>
          <a:chOff x="0" y="0"/>
          <a:chExt cx="0" cy="0"/>
        </a:xfrm>
      </p:grpSpPr>
      <p:pic>
        <p:nvPicPr>
          <p:cNvPr id="5" name="Picture 7" descr="PHE_3268_SML_AW.pn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755651" y="466727"/>
            <a:ext cx="1461083" cy="907199"/>
          </a:xfrm>
          <a:prstGeom prst="rect">
            <a:avLst/>
          </a:prstGeom>
          <a:noFill/>
          <a:ln w="9525">
            <a:noFill/>
            <a:miter lim="800000"/>
            <a:headEnd/>
            <a:tailEnd/>
          </a:ln>
        </p:spPr>
      </p:pic>
      <p:sp>
        <p:nvSpPr>
          <p:cNvPr id="2" name="Title 1"/>
          <p:cNvSpPr>
            <a:spLocks noGrp="1"/>
          </p:cNvSpPr>
          <p:nvPr>
            <p:ph type="title"/>
          </p:nvPr>
        </p:nvSpPr>
        <p:spPr>
          <a:xfrm>
            <a:off x="781200" y="1915200"/>
            <a:ext cx="11239200" cy="1663200"/>
          </a:xfrm>
        </p:spPr>
        <p:txBody>
          <a:bodyPr anchor="t" anchorCtr="0"/>
          <a:lstStyle/>
          <a:p>
            <a:r>
              <a:rPr lang="en-US" dirty="0" smtClean="0"/>
              <a:t>Click to edit Master title style</a:t>
            </a:r>
            <a:endParaRPr lang="en-US" dirty="0"/>
          </a:p>
        </p:txBody>
      </p:sp>
      <p:sp>
        <p:nvSpPr>
          <p:cNvPr id="3" name="Content Placeholder 2"/>
          <p:cNvSpPr>
            <a:spLocks noGrp="1"/>
          </p:cNvSpPr>
          <p:nvPr>
            <p:ph sz="half" idx="1"/>
          </p:nvPr>
        </p:nvSpPr>
        <p:spPr>
          <a:xfrm>
            <a:off x="781200" y="3679200"/>
            <a:ext cx="5493600" cy="4989600"/>
          </a:xfrm>
        </p:spPr>
        <p:txBody>
          <a:bodyPr/>
          <a:lstStyle>
            <a:lvl1pPr>
              <a:defRPr sz="2500" baseline="0"/>
            </a:lvl1pPr>
            <a:lvl2pPr>
              <a:defRPr sz="2500"/>
            </a:lvl2pPr>
            <a:lvl3pPr>
              <a:defRPr sz="2500"/>
            </a:lvl3pPr>
            <a:lvl4pPr>
              <a:defRPr sz="2200"/>
            </a:lvl4pPr>
            <a:lvl5pPr>
              <a:defRPr sz="2200"/>
            </a:lvl5pPr>
            <a:lvl6pPr>
              <a:defRPr sz="2000"/>
            </a:lvl6pPr>
            <a:lvl7pPr>
              <a:defRPr sz="2500"/>
            </a:lvl7pPr>
            <a:lvl8pPr>
              <a:defRPr sz="2500"/>
            </a:lvl8pPr>
            <a:lvl9pPr>
              <a:defRPr sz="2500"/>
            </a:lvl9pPr>
          </a:lstStyle>
          <a:p>
            <a:pPr lvl="0"/>
            <a:r>
              <a:rPr lang="en-US" dirty="0" smtClean="0"/>
              <a:t>Click to edit Master text styles</a:t>
            </a:r>
          </a:p>
          <a:p>
            <a:pPr lvl="1"/>
            <a:r>
              <a:rPr lang="en-US" dirty="0" smtClean="0"/>
              <a:t>Second level</a:t>
            </a:r>
          </a:p>
          <a:p>
            <a:pPr lvl="3"/>
            <a:r>
              <a:rPr lang="en-US" dirty="0" smtClean="0"/>
              <a:t>Third level</a:t>
            </a:r>
          </a:p>
          <a:p>
            <a:pPr lvl="4"/>
            <a:r>
              <a:rPr lang="en-US" dirty="0" smtClean="0"/>
              <a:t>Fourth level</a:t>
            </a:r>
          </a:p>
          <a:p>
            <a:pPr lvl="5"/>
            <a:r>
              <a:rPr lang="en-US" dirty="0" smtClean="0"/>
              <a:t>Fifth level</a:t>
            </a:r>
            <a:endParaRPr lang="en-US" dirty="0"/>
          </a:p>
        </p:txBody>
      </p:sp>
      <p:sp>
        <p:nvSpPr>
          <p:cNvPr id="4" name="Content Placeholder 3"/>
          <p:cNvSpPr>
            <a:spLocks noGrp="1"/>
          </p:cNvSpPr>
          <p:nvPr>
            <p:ph sz="half" idx="2"/>
          </p:nvPr>
        </p:nvSpPr>
        <p:spPr>
          <a:xfrm>
            <a:off x="6526800" y="3679200"/>
            <a:ext cx="5493600" cy="4989600"/>
          </a:xfrm>
        </p:spPr>
        <p:txBody>
          <a:bodyPr/>
          <a:lstStyle>
            <a:lvl1pPr>
              <a:defRPr sz="2500" baseline="0"/>
            </a:lvl1pPr>
            <a:lvl2pPr>
              <a:defRPr sz="2500"/>
            </a:lvl2pPr>
            <a:lvl3pPr>
              <a:defRPr sz="2500"/>
            </a:lvl3pPr>
            <a:lvl4pPr>
              <a:defRPr sz="2200"/>
            </a:lvl4pPr>
            <a:lvl5pPr>
              <a:defRPr sz="2200"/>
            </a:lvl5pPr>
            <a:lvl6pPr>
              <a:defRPr sz="2000"/>
            </a:lvl6pPr>
            <a:lvl7pPr>
              <a:defRPr sz="2500"/>
            </a:lvl7pPr>
            <a:lvl8pPr>
              <a:defRPr sz="2500"/>
            </a:lvl8pPr>
            <a:lvl9pPr>
              <a:defRPr sz="2500"/>
            </a:lvl9pPr>
          </a:lstStyle>
          <a:p>
            <a:pPr lvl="0"/>
            <a:r>
              <a:rPr lang="en-US" dirty="0" smtClean="0"/>
              <a:t>Click to edit Master text styles</a:t>
            </a:r>
          </a:p>
          <a:p>
            <a:pPr lvl="1"/>
            <a:r>
              <a:rPr lang="en-US" dirty="0" smtClean="0"/>
              <a:t>Second level</a:t>
            </a:r>
          </a:p>
          <a:p>
            <a:pPr lvl="3"/>
            <a:r>
              <a:rPr lang="en-US" dirty="0" smtClean="0"/>
              <a:t>Third level</a:t>
            </a:r>
          </a:p>
          <a:p>
            <a:pPr lvl="4"/>
            <a:r>
              <a:rPr lang="en-US" dirty="0" smtClean="0"/>
              <a:t>Fourth level</a:t>
            </a:r>
          </a:p>
          <a:p>
            <a:pPr lvl="5"/>
            <a:r>
              <a:rPr lang="en-US" dirty="0" smtClean="0"/>
              <a:t>Fifth level</a:t>
            </a:r>
            <a:endParaRPr lang="en-US" dirty="0"/>
          </a:p>
        </p:txBody>
      </p:sp>
      <p:sp>
        <p:nvSpPr>
          <p:cNvPr id="6" name="Slide Number Placeholder 5"/>
          <p:cNvSpPr>
            <a:spLocks noGrp="1"/>
          </p:cNvSpPr>
          <p:nvPr>
            <p:ph type="sldNum" sz="quarter" idx="10"/>
          </p:nvPr>
        </p:nvSpPr>
        <p:spPr/>
        <p:txBody>
          <a:bodyPr/>
          <a:lstStyle>
            <a:lvl1pPr>
              <a:defRPr/>
            </a:lvl1pPr>
          </a:lstStyle>
          <a:p>
            <a:pPr>
              <a:defRPr/>
            </a:pPr>
            <a:r>
              <a:rPr lang="en-US" dirty="0" smtClean="0">
                <a:solidFill>
                  <a:prstClr val="white"/>
                </a:solidFill>
              </a:rPr>
              <a:t>  </a:t>
            </a:r>
            <a:fld id="{55FD54BE-53AE-43A8-A8D2-A8E4EFCA2A62}" type="slidenum">
              <a:rPr lang="en-US" smtClean="0">
                <a:solidFill>
                  <a:prstClr val="white"/>
                </a:solidFill>
              </a:rPr>
              <a:pPr>
                <a:defRPr/>
              </a:pPr>
              <a:t>‹#›</a:t>
            </a:fld>
            <a:endParaRPr lang="en-US" dirty="0">
              <a:solidFill>
                <a:prstClr val="white"/>
              </a:solidFill>
            </a:endParaRPr>
          </a:p>
        </p:txBody>
      </p:sp>
      <p:sp>
        <p:nvSpPr>
          <p:cNvPr id="7" name="Footer Placeholder 5"/>
          <p:cNvSpPr>
            <a:spLocks noGrp="1"/>
          </p:cNvSpPr>
          <p:nvPr>
            <p:ph type="ftr" sz="quarter" idx="11"/>
          </p:nvPr>
        </p:nvSpPr>
        <p:spPr/>
        <p:txBody>
          <a:bodyPr/>
          <a:lstStyle>
            <a:lvl1pPr algn="l">
              <a:defRPr sz="1700" baseline="0">
                <a:solidFill>
                  <a:schemeClr val="bg1"/>
                </a:solidFill>
                <a:latin typeface="Arial" pitchFamily="34" charset="0"/>
              </a:defRPr>
            </a:lvl1pPr>
          </a:lstStyle>
          <a:p>
            <a:pPr>
              <a:defRPr/>
            </a:pPr>
            <a:r>
              <a:rPr lang="en-US" smtClean="0">
                <a:solidFill>
                  <a:prstClr val="white"/>
                </a:solidFill>
              </a:rPr>
              <a:t>Presentation title - edit in Header and Footer</a:t>
            </a:r>
            <a:endParaRPr lang="en-US" dirty="0">
              <a:solidFill>
                <a:prstClr val="white"/>
              </a:solidFill>
            </a:endParaRPr>
          </a:p>
        </p:txBody>
      </p:sp>
    </p:spTree>
    <p:extLst>
      <p:ext uri="{BB962C8B-B14F-4D97-AF65-F5344CB8AC3E}">
        <p14:creationId xmlns:p14="http://schemas.microsoft.com/office/powerpoint/2010/main" val="3704132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pic>
        <p:nvPicPr>
          <p:cNvPr id="4" name="Picture 7" descr="PHE_3268_SML_AW.pn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755651" y="466727"/>
            <a:ext cx="1461083" cy="907199"/>
          </a:xfrm>
          <a:prstGeom prst="rect">
            <a:avLst/>
          </a:prstGeom>
          <a:noFill/>
          <a:ln w="9525">
            <a:noFill/>
            <a:miter lim="800000"/>
            <a:headEnd/>
            <a:tailEnd/>
          </a:ln>
        </p:spPr>
      </p:pic>
      <p:sp>
        <p:nvSpPr>
          <p:cNvPr id="3" name="Content Placeholder 2"/>
          <p:cNvSpPr>
            <a:spLocks noGrp="1"/>
          </p:cNvSpPr>
          <p:nvPr>
            <p:ph idx="1"/>
          </p:nvPr>
        </p:nvSpPr>
        <p:spPr>
          <a:xfrm>
            <a:off x="781200" y="1915199"/>
            <a:ext cx="11239200" cy="6703200"/>
          </a:xfrm>
        </p:spPr>
        <p:txBody>
          <a:bodyPr/>
          <a:lstStyle>
            <a:lvl1pPr>
              <a:spcBef>
                <a:spcPts val="1680"/>
              </a:spcBef>
              <a:defRPr/>
            </a:lvl1pPr>
          </a:lstStyle>
          <a:p>
            <a:pPr lvl="0"/>
            <a:r>
              <a:rPr lang="en-US" dirty="0" smtClean="0"/>
              <a:t>Click to edit Master text styles</a:t>
            </a:r>
          </a:p>
          <a:p>
            <a:pPr lvl="1"/>
            <a:r>
              <a:rPr lang="en-US" dirty="0" smtClean="0"/>
              <a:t>Second level</a:t>
            </a:r>
          </a:p>
          <a:p>
            <a:pPr lvl="3"/>
            <a:r>
              <a:rPr lang="en-US" dirty="0" smtClean="0"/>
              <a:t>Third level</a:t>
            </a:r>
          </a:p>
          <a:p>
            <a:pPr lvl="4"/>
            <a:r>
              <a:rPr lang="en-US" dirty="0" smtClean="0"/>
              <a:t>Fourth level</a:t>
            </a:r>
          </a:p>
          <a:p>
            <a:pPr lvl="5"/>
            <a:r>
              <a:rPr lang="en-US" dirty="0" smtClean="0"/>
              <a:t>Fifth level</a:t>
            </a:r>
            <a:endParaRPr lang="en-US" dirty="0"/>
          </a:p>
        </p:txBody>
      </p:sp>
      <p:sp>
        <p:nvSpPr>
          <p:cNvPr id="5" name="Slide Number Placeholder 5"/>
          <p:cNvSpPr>
            <a:spLocks noGrp="1"/>
          </p:cNvSpPr>
          <p:nvPr>
            <p:ph type="sldNum" sz="quarter" idx="10"/>
          </p:nvPr>
        </p:nvSpPr>
        <p:spPr/>
        <p:txBody>
          <a:bodyPr/>
          <a:lstStyle>
            <a:lvl1pPr>
              <a:defRPr/>
            </a:lvl1pPr>
          </a:lstStyle>
          <a:p>
            <a:pPr>
              <a:defRPr/>
            </a:pPr>
            <a:r>
              <a:rPr lang="en-US" dirty="0" smtClean="0">
                <a:solidFill>
                  <a:prstClr val="white"/>
                </a:solidFill>
              </a:rPr>
              <a:t>  </a:t>
            </a:r>
            <a:fld id="{3C92E8B8-980F-4FD9-89A2-235B13F5AFD1}" type="slidenum">
              <a:rPr lang="en-US" smtClean="0">
                <a:solidFill>
                  <a:prstClr val="white"/>
                </a:solidFill>
              </a:rPr>
              <a:pPr>
                <a:defRPr/>
              </a:pPr>
              <a:t>‹#›</a:t>
            </a:fld>
            <a:endParaRPr lang="en-US" dirty="0">
              <a:solidFill>
                <a:prstClr val="white"/>
              </a:solidFill>
            </a:endParaRPr>
          </a:p>
        </p:txBody>
      </p:sp>
      <p:sp>
        <p:nvSpPr>
          <p:cNvPr id="6" name="Footer Placeholder 5"/>
          <p:cNvSpPr>
            <a:spLocks noGrp="1"/>
          </p:cNvSpPr>
          <p:nvPr>
            <p:ph type="ftr" sz="quarter" idx="11"/>
          </p:nvPr>
        </p:nvSpPr>
        <p:spPr/>
        <p:txBody>
          <a:bodyPr/>
          <a:lstStyle>
            <a:lvl1pPr algn="l">
              <a:defRPr sz="1700" baseline="0">
                <a:solidFill>
                  <a:schemeClr val="bg1"/>
                </a:solidFill>
                <a:latin typeface="Arial" pitchFamily="34" charset="0"/>
              </a:defRPr>
            </a:lvl1pPr>
          </a:lstStyle>
          <a:p>
            <a:pPr>
              <a:defRPr/>
            </a:pPr>
            <a:r>
              <a:rPr lang="en-US" smtClean="0">
                <a:solidFill>
                  <a:prstClr val="white"/>
                </a:solidFill>
              </a:rPr>
              <a:t>Presentation title - edit in Header and Footer</a:t>
            </a:r>
            <a:endParaRPr lang="en-US" dirty="0">
              <a:solidFill>
                <a:prstClr val="white"/>
              </a:solidFill>
            </a:endParaRPr>
          </a:p>
        </p:txBody>
      </p:sp>
    </p:spTree>
    <p:extLst>
      <p:ext uri="{BB962C8B-B14F-4D97-AF65-F5344CB8AC3E}">
        <p14:creationId xmlns:p14="http://schemas.microsoft.com/office/powerpoint/2010/main" val="15654752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5" name="Picture 7" descr="PHE_3268_SML_AW.pn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755651" y="466727"/>
            <a:ext cx="1461083" cy="907199"/>
          </a:xfrm>
          <a:prstGeom prst="rect">
            <a:avLst/>
          </a:prstGeom>
          <a:noFill/>
          <a:ln w="9525">
            <a:noFill/>
            <a:miter lim="800000"/>
            <a:headEnd/>
            <a:tailEnd/>
          </a:ln>
        </p:spPr>
      </p:pic>
      <p:sp>
        <p:nvSpPr>
          <p:cNvPr id="2" name="Title 1"/>
          <p:cNvSpPr>
            <a:spLocks noGrp="1"/>
          </p:cNvSpPr>
          <p:nvPr>
            <p:ph type="title"/>
          </p:nvPr>
        </p:nvSpPr>
        <p:spPr>
          <a:xfrm>
            <a:off x="781200" y="1915200"/>
            <a:ext cx="4309054" cy="938554"/>
          </a:xfrm>
        </p:spPr>
        <p:txBody>
          <a:bodyPr anchor="t" anchorCtr="0"/>
          <a:lstStyle>
            <a:lvl1pPr algn="l">
              <a:defRPr sz="2500" b="0" i="0" spc="0" baseline="0">
                <a:latin typeface="Arial"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291877" y="1915201"/>
            <a:ext cx="6718793" cy="6703200"/>
          </a:xfrm>
        </p:spPr>
        <p:txBody>
          <a:bodyPr/>
          <a:lstStyle>
            <a:lvl1pPr>
              <a:defRPr sz="2500" baseline="0"/>
            </a:lvl1pPr>
            <a:lvl2pPr>
              <a:defRPr sz="2500" baseline="0"/>
            </a:lvl2pPr>
            <a:lvl3pPr>
              <a:defRPr sz="2500" baseline="0"/>
            </a:lvl3pPr>
            <a:lvl4pPr>
              <a:defRPr sz="2200" baseline="0"/>
            </a:lvl4pPr>
            <a:lvl5pPr>
              <a:defRPr sz="2200" baseline="0"/>
            </a:lvl5pPr>
            <a:lvl6pPr>
              <a:defRPr sz="2000"/>
            </a:lvl6pPr>
            <a:lvl7pPr>
              <a:defRPr sz="2800"/>
            </a:lvl7pPr>
            <a:lvl8pPr>
              <a:defRPr sz="2800"/>
            </a:lvl8pPr>
            <a:lvl9pPr>
              <a:defRPr sz="2800"/>
            </a:lvl9pPr>
          </a:lstStyle>
          <a:p>
            <a:pPr lvl="0"/>
            <a:r>
              <a:rPr lang="en-US" dirty="0" smtClean="0"/>
              <a:t>Click to edit Master text styles</a:t>
            </a:r>
          </a:p>
          <a:p>
            <a:pPr lvl="1"/>
            <a:r>
              <a:rPr lang="en-US" dirty="0" smtClean="0"/>
              <a:t>Second level</a:t>
            </a:r>
          </a:p>
          <a:p>
            <a:pPr lvl="3"/>
            <a:r>
              <a:rPr lang="en-US" dirty="0" smtClean="0"/>
              <a:t>Third level</a:t>
            </a:r>
          </a:p>
          <a:p>
            <a:pPr lvl="4"/>
            <a:r>
              <a:rPr lang="en-US" dirty="0" smtClean="0"/>
              <a:t>Fourth level</a:t>
            </a:r>
          </a:p>
          <a:p>
            <a:pPr lvl="5"/>
            <a:r>
              <a:rPr lang="en-US" dirty="0" smtClean="0"/>
              <a:t>Fifth level</a:t>
            </a:r>
            <a:endParaRPr lang="en-US" dirty="0"/>
          </a:p>
        </p:txBody>
      </p:sp>
      <p:sp>
        <p:nvSpPr>
          <p:cNvPr id="4" name="Text Placeholder 3"/>
          <p:cNvSpPr>
            <a:spLocks noGrp="1"/>
          </p:cNvSpPr>
          <p:nvPr>
            <p:ph type="body" sz="half" idx="2"/>
          </p:nvPr>
        </p:nvSpPr>
        <p:spPr>
          <a:xfrm>
            <a:off x="781200" y="2985999"/>
            <a:ext cx="4309054" cy="5645427"/>
          </a:xfrm>
        </p:spPr>
        <p:txBody>
          <a:bodyPr/>
          <a:lstStyle>
            <a:lvl1pPr marL="0" indent="0">
              <a:buNone/>
              <a:defRPr sz="2200" baseline="0">
                <a:solidFill>
                  <a:schemeClr val="tx1"/>
                </a:solidFill>
              </a:defRPr>
            </a:lvl1pPr>
            <a:lvl2pPr marL="640080" indent="0">
              <a:buNone/>
              <a:defRPr sz="1700"/>
            </a:lvl2pPr>
            <a:lvl3pPr marL="1280160" indent="0">
              <a:buNone/>
              <a:defRPr sz="1400"/>
            </a:lvl3pPr>
            <a:lvl4pPr marL="1920240" indent="0">
              <a:buNone/>
              <a:defRPr sz="1300"/>
            </a:lvl4pPr>
            <a:lvl5pPr marL="2560320" indent="0">
              <a:buNone/>
              <a:defRPr sz="1300"/>
            </a:lvl5pPr>
            <a:lvl6pPr marL="3200400" indent="0">
              <a:buNone/>
              <a:defRPr sz="1300"/>
            </a:lvl6pPr>
            <a:lvl7pPr marL="3840480" indent="0">
              <a:buNone/>
              <a:defRPr sz="1300"/>
            </a:lvl7pPr>
            <a:lvl8pPr marL="4480560" indent="0">
              <a:buNone/>
              <a:defRPr sz="1300"/>
            </a:lvl8pPr>
            <a:lvl9pPr marL="5120640" indent="0">
              <a:buNone/>
              <a:defRPr sz="1300"/>
            </a:lvl9pPr>
          </a:lstStyle>
          <a:p>
            <a:pPr lvl="0"/>
            <a:r>
              <a:rPr lang="en-US" dirty="0" smtClean="0"/>
              <a:t>Click to edit Master text styles</a:t>
            </a:r>
          </a:p>
        </p:txBody>
      </p:sp>
      <p:sp>
        <p:nvSpPr>
          <p:cNvPr id="6" name="Slide Number Placeholder 5"/>
          <p:cNvSpPr>
            <a:spLocks noGrp="1"/>
          </p:cNvSpPr>
          <p:nvPr>
            <p:ph type="sldNum" sz="quarter" idx="10"/>
          </p:nvPr>
        </p:nvSpPr>
        <p:spPr/>
        <p:txBody>
          <a:bodyPr/>
          <a:lstStyle>
            <a:lvl1pPr>
              <a:defRPr/>
            </a:lvl1pPr>
          </a:lstStyle>
          <a:p>
            <a:pPr>
              <a:defRPr/>
            </a:pPr>
            <a:r>
              <a:rPr lang="en-US" dirty="0" smtClean="0">
                <a:solidFill>
                  <a:prstClr val="white"/>
                </a:solidFill>
              </a:rPr>
              <a:t>  </a:t>
            </a:r>
            <a:fld id="{D02A3ABA-32EC-4D50-B075-F06DC786BAF9}" type="slidenum">
              <a:rPr lang="en-US" smtClean="0">
                <a:solidFill>
                  <a:prstClr val="white"/>
                </a:solidFill>
              </a:rPr>
              <a:pPr>
                <a:defRPr/>
              </a:pPr>
              <a:t>‹#›</a:t>
            </a:fld>
            <a:endParaRPr lang="en-US" dirty="0">
              <a:solidFill>
                <a:prstClr val="white"/>
              </a:solidFill>
            </a:endParaRPr>
          </a:p>
        </p:txBody>
      </p:sp>
      <p:sp>
        <p:nvSpPr>
          <p:cNvPr id="7" name="Footer Placeholder 5"/>
          <p:cNvSpPr>
            <a:spLocks noGrp="1"/>
          </p:cNvSpPr>
          <p:nvPr>
            <p:ph type="ftr" sz="quarter" idx="11"/>
          </p:nvPr>
        </p:nvSpPr>
        <p:spPr/>
        <p:txBody>
          <a:bodyPr/>
          <a:lstStyle>
            <a:lvl1pPr algn="l">
              <a:defRPr sz="1700" baseline="0">
                <a:solidFill>
                  <a:schemeClr val="bg1"/>
                </a:solidFill>
                <a:latin typeface="Arial" pitchFamily="34" charset="0"/>
              </a:defRPr>
            </a:lvl1pPr>
          </a:lstStyle>
          <a:p>
            <a:pPr>
              <a:defRPr/>
            </a:pPr>
            <a:r>
              <a:rPr lang="en-US" smtClean="0">
                <a:solidFill>
                  <a:prstClr val="white"/>
                </a:solidFill>
              </a:rPr>
              <a:t>Presentation title - edit in Header and Footer</a:t>
            </a:r>
            <a:endParaRPr lang="en-US" dirty="0">
              <a:solidFill>
                <a:prstClr val="white"/>
              </a:solidFill>
            </a:endParaRPr>
          </a:p>
        </p:txBody>
      </p:sp>
    </p:spTree>
    <p:extLst>
      <p:ext uri="{BB962C8B-B14F-4D97-AF65-F5344CB8AC3E}">
        <p14:creationId xmlns:p14="http://schemas.microsoft.com/office/powerpoint/2010/main" val="16628138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Rectangle 3"/>
          <p:cNvSpPr/>
          <p:nvPr userDrawn="1"/>
        </p:nvSpPr>
        <p:spPr>
          <a:xfrm>
            <a:off x="0" y="2482533"/>
            <a:ext cx="12801600" cy="7118667"/>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28016" tIns="64008" rIns="128016" bIns="64008" anchor="ctr"/>
          <a:lstStyle/>
          <a:p>
            <a:pPr algn="ctr" defTabSz="1280160">
              <a:defRPr/>
            </a:pPr>
            <a:endParaRPr lang="en-US" dirty="0">
              <a:solidFill>
                <a:prstClr val="white"/>
              </a:solidFill>
            </a:endParaRPr>
          </a:p>
        </p:txBody>
      </p:sp>
      <p:sp>
        <p:nvSpPr>
          <p:cNvPr id="5" name="Rectangle 4"/>
          <p:cNvSpPr/>
          <p:nvPr userDrawn="1"/>
        </p:nvSpPr>
        <p:spPr>
          <a:xfrm>
            <a:off x="0" y="2280286"/>
            <a:ext cx="12801600" cy="20224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128016" tIns="64008" rIns="128016" bIns="64008" anchor="ctr"/>
          <a:lstStyle/>
          <a:p>
            <a:pPr algn="ctr" defTabSz="1280160">
              <a:defRPr/>
            </a:pPr>
            <a:endParaRPr lang="en-US" dirty="0">
              <a:solidFill>
                <a:prstClr val="white"/>
              </a:solidFill>
            </a:endParaRPr>
          </a:p>
        </p:txBody>
      </p:sp>
      <p:pic>
        <p:nvPicPr>
          <p:cNvPr id="6" name="Picture 9" descr="PHE_3268_SML_AW.pn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755651" y="466727"/>
            <a:ext cx="1461083" cy="907199"/>
          </a:xfrm>
          <a:prstGeom prst="rect">
            <a:avLst/>
          </a:prstGeom>
          <a:noFill/>
          <a:ln w="9525">
            <a:noFill/>
            <a:miter lim="800000"/>
            <a:headEnd/>
            <a:tailEnd/>
          </a:ln>
        </p:spPr>
      </p:pic>
      <p:sp>
        <p:nvSpPr>
          <p:cNvPr id="3" name="Text Placeholder 2"/>
          <p:cNvSpPr>
            <a:spLocks noGrp="1"/>
          </p:cNvSpPr>
          <p:nvPr>
            <p:ph type="body" idx="1"/>
          </p:nvPr>
        </p:nvSpPr>
        <p:spPr>
          <a:xfrm>
            <a:off x="781200" y="2520000"/>
            <a:ext cx="11239200" cy="6128640"/>
          </a:xfrm>
        </p:spPr>
        <p:txBody>
          <a:bodyPr/>
          <a:lstStyle>
            <a:lvl1pPr marL="0" indent="0">
              <a:buNone/>
              <a:defRPr sz="5000" b="0" i="0">
                <a:solidFill>
                  <a:schemeClr val="bg1"/>
                </a:solidFill>
              </a:defRPr>
            </a:lvl1pPr>
            <a:lvl2pPr marL="640080" indent="0">
              <a:buNone/>
              <a:defRPr sz="2500">
                <a:solidFill>
                  <a:schemeClr val="tx1">
                    <a:tint val="75000"/>
                  </a:schemeClr>
                </a:solidFill>
              </a:defRPr>
            </a:lvl2pPr>
            <a:lvl3pPr marL="1280160" indent="0">
              <a:buNone/>
              <a:defRPr sz="2200">
                <a:solidFill>
                  <a:schemeClr val="tx1">
                    <a:tint val="75000"/>
                  </a:schemeClr>
                </a:solidFill>
              </a:defRPr>
            </a:lvl3pPr>
            <a:lvl4pPr marL="1920240" indent="0">
              <a:buNone/>
              <a:defRPr sz="2000">
                <a:solidFill>
                  <a:schemeClr val="tx1">
                    <a:tint val="75000"/>
                  </a:schemeClr>
                </a:solidFill>
              </a:defRPr>
            </a:lvl4pPr>
            <a:lvl5pPr marL="2560320" indent="0">
              <a:buNone/>
              <a:defRPr sz="2000">
                <a:solidFill>
                  <a:schemeClr val="tx1">
                    <a:tint val="75000"/>
                  </a:schemeClr>
                </a:solidFill>
              </a:defRPr>
            </a:lvl5pPr>
            <a:lvl6pPr marL="3200400" indent="0">
              <a:buNone/>
              <a:defRPr sz="2000">
                <a:solidFill>
                  <a:schemeClr val="tx1">
                    <a:tint val="75000"/>
                  </a:schemeClr>
                </a:solidFill>
              </a:defRPr>
            </a:lvl6pPr>
            <a:lvl7pPr marL="3840480" indent="0">
              <a:buNone/>
              <a:defRPr sz="2000">
                <a:solidFill>
                  <a:schemeClr val="tx1">
                    <a:tint val="75000"/>
                  </a:schemeClr>
                </a:solidFill>
              </a:defRPr>
            </a:lvl7pPr>
            <a:lvl8pPr marL="4480560" indent="0">
              <a:buNone/>
              <a:defRPr sz="2000">
                <a:solidFill>
                  <a:schemeClr val="tx1">
                    <a:tint val="75000"/>
                  </a:schemeClr>
                </a:solidFill>
              </a:defRPr>
            </a:lvl8pPr>
            <a:lvl9pPr marL="5120640" indent="0">
              <a:buNone/>
              <a:defRPr sz="2000">
                <a:solidFill>
                  <a:schemeClr val="tx1">
                    <a:tint val="75000"/>
                  </a:schemeClr>
                </a:solidFill>
              </a:defRPr>
            </a:lvl9pPr>
          </a:lstStyle>
          <a:p>
            <a:pPr lvl="0"/>
            <a:r>
              <a:rPr lang="en-US" dirty="0" smtClean="0"/>
              <a:t>Click to edit Master text styles</a:t>
            </a:r>
          </a:p>
        </p:txBody>
      </p:sp>
      <p:sp>
        <p:nvSpPr>
          <p:cNvPr id="7" name="Slide Number Placeholder 5"/>
          <p:cNvSpPr>
            <a:spLocks noGrp="1"/>
          </p:cNvSpPr>
          <p:nvPr>
            <p:ph type="sldNum" sz="quarter" idx="10"/>
          </p:nvPr>
        </p:nvSpPr>
        <p:spPr>
          <a:noFill/>
        </p:spPr>
        <p:txBody>
          <a:bodyPr/>
          <a:lstStyle>
            <a:lvl1pPr>
              <a:defRPr/>
            </a:lvl1pPr>
          </a:lstStyle>
          <a:p>
            <a:pPr>
              <a:defRPr/>
            </a:pPr>
            <a:r>
              <a:rPr lang="en-US" dirty="0" smtClean="0">
                <a:solidFill>
                  <a:prstClr val="white"/>
                </a:solidFill>
              </a:rPr>
              <a:t>  </a:t>
            </a:r>
            <a:fld id="{34F5B560-165B-4748-8F10-4294154EB5E9}" type="slidenum">
              <a:rPr lang="en-US" smtClean="0">
                <a:solidFill>
                  <a:prstClr val="white"/>
                </a:solidFill>
              </a:rPr>
              <a:pPr>
                <a:defRPr/>
              </a:pPr>
              <a:t>‹#›</a:t>
            </a:fld>
            <a:endParaRPr lang="en-US" dirty="0">
              <a:solidFill>
                <a:prstClr val="white"/>
              </a:solidFill>
            </a:endParaRPr>
          </a:p>
        </p:txBody>
      </p:sp>
      <p:sp>
        <p:nvSpPr>
          <p:cNvPr id="8" name="Footer Placeholder 5"/>
          <p:cNvSpPr>
            <a:spLocks noGrp="1"/>
          </p:cNvSpPr>
          <p:nvPr>
            <p:ph type="ftr" sz="quarter" idx="11"/>
          </p:nvPr>
        </p:nvSpPr>
        <p:spPr/>
        <p:txBody>
          <a:bodyPr/>
          <a:lstStyle>
            <a:lvl1pPr algn="l">
              <a:defRPr sz="1700" baseline="0">
                <a:solidFill>
                  <a:schemeClr val="bg1"/>
                </a:solidFill>
                <a:latin typeface="Arial" pitchFamily="34" charset="0"/>
              </a:defRPr>
            </a:lvl1pPr>
          </a:lstStyle>
          <a:p>
            <a:pPr>
              <a:defRPr/>
            </a:pPr>
            <a:r>
              <a:rPr lang="en-US" smtClean="0">
                <a:solidFill>
                  <a:prstClr val="white"/>
                </a:solidFill>
              </a:rPr>
              <a:t>Presentation title - edit in Header and Footer</a:t>
            </a:r>
            <a:endParaRPr lang="en-US" dirty="0">
              <a:solidFill>
                <a:prstClr val="white"/>
              </a:solidFill>
            </a:endParaRPr>
          </a:p>
        </p:txBody>
      </p:sp>
    </p:spTree>
    <p:extLst>
      <p:ext uri="{BB962C8B-B14F-4D97-AF65-F5344CB8AC3E}">
        <p14:creationId xmlns:p14="http://schemas.microsoft.com/office/powerpoint/2010/main" val="19162524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Only">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1"/>
            <a:ext cx="12801600" cy="8832215"/>
          </a:xfrm>
        </p:spPr>
        <p:txBody>
          <a:bodyPr rtlCol="0">
            <a:normAutofit/>
          </a:bodyPr>
          <a:lstStyle/>
          <a:p>
            <a:pPr lvl="0"/>
            <a:endParaRPr lang="en-US" noProof="0" dirty="0"/>
          </a:p>
        </p:txBody>
      </p:sp>
      <p:sp>
        <p:nvSpPr>
          <p:cNvPr id="3" name="Slide Number Placeholder 5"/>
          <p:cNvSpPr>
            <a:spLocks noGrp="1"/>
          </p:cNvSpPr>
          <p:nvPr>
            <p:ph type="sldNum" sz="quarter" idx="14"/>
          </p:nvPr>
        </p:nvSpPr>
        <p:spPr/>
        <p:txBody>
          <a:bodyPr/>
          <a:lstStyle>
            <a:lvl1pPr>
              <a:defRPr/>
            </a:lvl1pPr>
          </a:lstStyle>
          <a:p>
            <a:pPr>
              <a:defRPr/>
            </a:pPr>
            <a:r>
              <a:rPr lang="en-US" dirty="0" smtClean="0">
                <a:solidFill>
                  <a:prstClr val="white"/>
                </a:solidFill>
              </a:rPr>
              <a:t>  </a:t>
            </a:r>
            <a:fld id="{EB4B846C-37E1-4198-8614-DFE920AB1F04}" type="slidenum">
              <a:rPr lang="en-US" smtClean="0">
                <a:solidFill>
                  <a:prstClr val="white"/>
                </a:solidFill>
              </a:rPr>
              <a:pPr>
                <a:defRPr/>
              </a:pPr>
              <a:t>‹#›</a:t>
            </a:fld>
            <a:endParaRPr lang="en-US" dirty="0">
              <a:solidFill>
                <a:prstClr val="white"/>
              </a:solidFill>
            </a:endParaRPr>
          </a:p>
        </p:txBody>
      </p:sp>
      <p:sp>
        <p:nvSpPr>
          <p:cNvPr id="4" name="Footer Placeholder 5"/>
          <p:cNvSpPr>
            <a:spLocks noGrp="1"/>
          </p:cNvSpPr>
          <p:nvPr>
            <p:ph type="ftr" sz="quarter" idx="15"/>
          </p:nvPr>
        </p:nvSpPr>
        <p:spPr/>
        <p:txBody>
          <a:bodyPr/>
          <a:lstStyle>
            <a:lvl1pPr algn="l">
              <a:defRPr sz="1700" baseline="0">
                <a:solidFill>
                  <a:schemeClr val="bg1"/>
                </a:solidFill>
                <a:latin typeface="Arial" pitchFamily="34" charset="0"/>
              </a:defRPr>
            </a:lvl1pPr>
          </a:lstStyle>
          <a:p>
            <a:pPr>
              <a:defRPr/>
            </a:pPr>
            <a:r>
              <a:rPr lang="en-US" smtClean="0">
                <a:solidFill>
                  <a:prstClr val="white"/>
                </a:solidFill>
              </a:rPr>
              <a:t>Presentation title - edit in Header and Footer</a:t>
            </a:r>
            <a:endParaRPr lang="en-US" dirty="0">
              <a:solidFill>
                <a:prstClr val="white"/>
              </a:solidFill>
            </a:endParaRPr>
          </a:p>
        </p:txBody>
      </p:sp>
    </p:spTree>
    <p:extLst>
      <p:ext uri="{BB962C8B-B14F-4D97-AF65-F5344CB8AC3E}">
        <p14:creationId xmlns:p14="http://schemas.microsoft.com/office/powerpoint/2010/main" val="25356381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730562" name="Rectangle 2"/>
          <p:cNvSpPr>
            <a:spLocks noGrp="1" noChangeArrowheads="1"/>
          </p:cNvSpPr>
          <p:nvPr>
            <p:ph type="ctrTitle"/>
          </p:nvPr>
        </p:nvSpPr>
        <p:spPr>
          <a:xfrm>
            <a:off x="519040" y="4671696"/>
            <a:ext cx="10481310" cy="1011238"/>
          </a:xfrm>
        </p:spPr>
        <p:txBody>
          <a:bodyPr anchor="t"/>
          <a:lstStyle>
            <a:lvl1pPr>
              <a:defRPr sz="4500">
                <a:solidFill>
                  <a:srgbClr val="21A07C"/>
                </a:solidFill>
              </a:defRPr>
            </a:lvl1pPr>
          </a:lstStyle>
          <a:p>
            <a:endParaRPr lang="en-CA"/>
          </a:p>
        </p:txBody>
      </p:sp>
      <p:sp>
        <p:nvSpPr>
          <p:cNvPr id="1730563" name="Rectangle 3"/>
          <p:cNvSpPr>
            <a:spLocks noGrp="1" noChangeArrowheads="1"/>
          </p:cNvSpPr>
          <p:nvPr>
            <p:ph type="subTitle" idx="1"/>
          </p:nvPr>
        </p:nvSpPr>
        <p:spPr>
          <a:xfrm>
            <a:off x="519041" y="6234115"/>
            <a:ext cx="8630822" cy="1666875"/>
          </a:xfrm>
        </p:spPr>
        <p:txBody>
          <a:bodyPr/>
          <a:lstStyle>
            <a:lvl1pPr marL="0" indent="0">
              <a:buFontTx/>
              <a:buNone/>
              <a:defRPr b="1">
                <a:solidFill>
                  <a:srgbClr val="21A07C"/>
                </a:solidFill>
              </a:defRPr>
            </a:lvl1pPr>
          </a:lstStyle>
          <a:p>
            <a:r>
              <a:rPr lang="en-CA"/>
              <a:t>Viv Bennett DCNO DH Jun  11</a:t>
            </a:r>
          </a:p>
          <a:p>
            <a:endParaRPr lang="en-CA"/>
          </a:p>
        </p:txBody>
      </p:sp>
    </p:spTree>
    <p:extLst>
      <p:ext uri="{BB962C8B-B14F-4D97-AF65-F5344CB8AC3E}">
        <p14:creationId xmlns:p14="http://schemas.microsoft.com/office/powerpoint/2010/main" val="1709444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81200" y="384493"/>
            <a:ext cx="11239200" cy="1600200"/>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781200" y="2240282"/>
            <a:ext cx="11239200" cy="633634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4"/>
          </p:nvPr>
        </p:nvSpPr>
        <p:spPr>
          <a:xfrm>
            <a:off x="0" y="8833048"/>
            <a:ext cx="12801600" cy="768152"/>
          </a:xfrm>
          <a:prstGeom prst="rect">
            <a:avLst/>
          </a:prstGeom>
          <a:solidFill>
            <a:schemeClr val="bg2"/>
          </a:solidFill>
        </p:spPr>
        <p:txBody>
          <a:bodyPr lIns="0" tIns="0" rIns="127908" bIns="0" anchor="ctr"/>
          <a:lstStyle>
            <a:lvl1pPr marL="755363" algn="l">
              <a:defRPr sz="1700">
                <a:solidFill>
                  <a:schemeClr val="bg1"/>
                </a:solidFill>
              </a:defRPr>
            </a:lvl1pPr>
          </a:lstStyle>
          <a:p>
            <a:fld id="{E051598E-9D06-4046-8EF2-7702044C4E81}" type="slidenum">
              <a:rPr lang="en-US" smtClean="0"/>
              <a:pPr/>
              <a:t>‹#›</a:t>
            </a:fld>
            <a:r>
              <a:rPr lang="en-US" dirty="0"/>
              <a:t> </a:t>
            </a:r>
          </a:p>
        </p:txBody>
      </p:sp>
      <p:sp>
        <p:nvSpPr>
          <p:cNvPr id="6" name="Footer Placeholder 5"/>
          <p:cNvSpPr>
            <a:spLocks noGrp="1"/>
          </p:cNvSpPr>
          <p:nvPr>
            <p:ph type="ftr" sz="quarter" idx="3"/>
          </p:nvPr>
        </p:nvSpPr>
        <p:spPr>
          <a:xfrm>
            <a:off x="1259432" y="8833048"/>
            <a:ext cx="10786798" cy="768152"/>
          </a:xfrm>
          <a:prstGeom prst="rect">
            <a:avLst/>
          </a:prstGeom>
        </p:spPr>
        <p:txBody>
          <a:bodyPr vert="horz" lIns="0" tIns="0" rIns="0" bIns="0" rtlCol="0" anchor="ctr"/>
          <a:lstStyle>
            <a:lvl1pPr algn="l">
              <a:defRPr sz="1700" baseline="0">
                <a:solidFill>
                  <a:schemeClr val="bg1"/>
                </a:solidFill>
                <a:latin typeface="Arial" pitchFamily="34" charset="0"/>
              </a:defRPr>
            </a:lvl1pPr>
          </a:lstStyle>
          <a:p>
            <a:r>
              <a:rPr lang="en-US" dirty="0"/>
              <a:t>Presentation title - edit in Header and Footer</a:t>
            </a: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54" r:id="rId3"/>
    <p:sldLayoutId id="2147483755" r:id="rId4"/>
    <p:sldLayoutId id="2147483748" r:id="rId5"/>
    <p:sldLayoutId id="2147483756" r:id="rId6"/>
    <p:sldLayoutId id="2147483752" r:id="rId7"/>
    <p:sldLayoutId id="2147483747" r:id="rId8"/>
    <p:sldLayoutId id="2147483751" r:id="rId9"/>
  </p:sldLayoutIdLst>
  <p:timing>
    <p:tnLst>
      <p:par>
        <p:cTn id="1" dur="indefinite" restart="never" nodeType="tmRoot"/>
      </p:par>
    </p:tnLst>
  </p:timing>
  <p:hf sldNum="0" hdr="0" ftr="0" dt="0"/>
  <p:txStyles>
    <p:titleStyle>
      <a:lvl1pPr algn="l" defTabSz="1279082" rtl="0" eaLnBrk="1" latinLnBrk="0" hangingPunct="1">
        <a:spcBef>
          <a:spcPct val="0"/>
        </a:spcBef>
        <a:buNone/>
        <a:defRPr sz="5600" kern="1200" spc="-210" baseline="0">
          <a:solidFill>
            <a:schemeClr val="tx2"/>
          </a:solidFill>
          <a:latin typeface="+mj-lt"/>
          <a:ea typeface="+mj-ea"/>
          <a:cs typeface="+mj-cs"/>
        </a:defRPr>
      </a:lvl1pPr>
    </p:titleStyle>
    <p:bodyStyle>
      <a:lvl1pPr marL="0" indent="0" algn="l" defTabSz="1279082" rtl="0" eaLnBrk="1" latinLnBrk="0" hangingPunct="1">
        <a:spcBef>
          <a:spcPts val="1680"/>
        </a:spcBef>
        <a:buFont typeface="Arial" pitchFamily="34" charset="0"/>
        <a:buNone/>
        <a:defRPr sz="2500" b="0" i="0" kern="1200" baseline="0">
          <a:solidFill>
            <a:schemeClr val="tx2"/>
          </a:solidFill>
          <a:latin typeface="Arial" pitchFamily="34" charset="0"/>
          <a:ea typeface="+mn-ea"/>
          <a:cs typeface="+mn-cs"/>
        </a:defRPr>
      </a:lvl1pPr>
      <a:lvl2pPr marL="0" indent="0" algn="l" defTabSz="1279082" rtl="0" eaLnBrk="1" latinLnBrk="0" hangingPunct="1">
        <a:spcBef>
          <a:spcPts val="840"/>
        </a:spcBef>
        <a:buFontTx/>
        <a:buNone/>
        <a:defRPr sz="2500" kern="1200" baseline="0">
          <a:solidFill>
            <a:schemeClr val="tx1"/>
          </a:solidFill>
          <a:latin typeface="Arial" pitchFamily="34" charset="0"/>
          <a:ea typeface="+mn-ea"/>
          <a:cs typeface="+mn-cs"/>
        </a:defRPr>
      </a:lvl2pPr>
      <a:lvl3pPr marL="302145" indent="-302145" algn="l" defTabSz="1279082" rtl="0" eaLnBrk="1" latinLnBrk="0" hangingPunct="1">
        <a:spcBef>
          <a:spcPts val="840"/>
        </a:spcBef>
        <a:buFont typeface="Arial" pitchFamily="34" charset="0"/>
        <a:buChar char="•"/>
        <a:defRPr sz="2500" kern="1200" baseline="0">
          <a:solidFill>
            <a:schemeClr val="tx1"/>
          </a:solidFill>
          <a:latin typeface="Arial" pitchFamily="34" charset="0"/>
          <a:ea typeface="+mn-ea"/>
          <a:cs typeface="+mn-cs"/>
        </a:defRPr>
      </a:lvl3pPr>
      <a:lvl4pPr marL="1258942" indent="-402857" algn="l" defTabSz="1279082" rtl="0" eaLnBrk="1" latinLnBrk="0" hangingPunct="1">
        <a:spcBef>
          <a:spcPts val="840"/>
        </a:spcBef>
        <a:buFont typeface="Arial" pitchFamily="34" charset="0"/>
        <a:buChar char="–"/>
        <a:defRPr sz="2200" kern="1200" baseline="0">
          <a:solidFill>
            <a:schemeClr val="tx1"/>
          </a:solidFill>
          <a:latin typeface="Arial" pitchFamily="34" charset="0"/>
          <a:ea typeface="+mn-ea"/>
          <a:cs typeface="+mn-cs"/>
        </a:defRPr>
      </a:lvl4pPr>
      <a:lvl5pPr marL="1258942" indent="-402857" algn="l" defTabSz="1279082" rtl="0" eaLnBrk="1" latinLnBrk="0" hangingPunct="1">
        <a:spcBef>
          <a:spcPct val="20000"/>
        </a:spcBef>
        <a:buFont typeface="+mj-lt"/>
        <a:buAutoNum type="arabicPeriod"/>
        <a:defRPr sz="2200" kern="1200" baseline="0">
          <a:solidFill>
            <a:schemeClr val="tx1"/>
          </a:solidFill>
          <a:latin typeface="Arial" pitchFamily="34" charset="0"/>
          <a:ea typeface="+mn-ea"/>
          <a:cs typeface="+mn-cs"/>
        </a:defRPr>
      </a:lvl5pPr>
      <a:lvl6pPr marL="3517483" indent="-319771" algn="l" defTabSz="1279082" rtl="0" eaLnBrk="1" latinLnBrk="0" hangingPunct="1">
        <a:spcBef>
          <a:spcPct val="20000"/>
        </a:spcBef>
        <a:buFont typeface="Arial" pitchFamily="34" charset="0"/>
        <a:buChar char="•"/>
        <a:defRPr sz="2800" kern="1200">
          <a:solidFill>
            <a:schemeClr val="tx1"/>
          </a:solidFill>
          <a:latin typeface="+mn-lt"/>
          <a:ea typeface="+mn-ea"/>
          <a:cs typeface="+mn-cs"/>
        </a:defRPr>
      </a:lvl6pPr>
      <a:lvl7pPr marL="4157024" indent="-319771" algn="l" defTabSz="1279082" rtl="0" eaLnBrk="1" latinLnBrk="0" hangingPunct="1">
        <a:spcBef>
          <a:spcPct val="20000"/>
        </a:spcBef>
        <a:buFont typeface="Arial" pitchFamily="34" charset="0"/>
        <a:buChar char="•"/>
        <a:defRPr sz="2800" kern="1200">
          <a:solidFill>
            <a:schemeClr val="tx1"/>
          </a:solidFill>
          <a:latin typeface="+mn-lt"/>
          <a:ea typeface="+mn-ea"/>
          <a:cs typeface="+mn-cs"/>
        </a:defRPr>
      </a:lvl7pPr>
      <a:lvl8pPr marL="4796569" indent="-319771" algn="l" defTabSz="1279082" rtl="0" eaLnBrk="1" latinLnBrk="0" hangingPunct="1">
        <a:spcBef>
          <a:spcPct val="20000"/>
        </a:spcBef>
        <a:buFont typeface="Arial" pitchFamily="34" charset="0"/>
        <a:buChar char="•"/>
        <a:defRPr sz="2800" kern="1200">
          <a:solidFill>
            <a:schemeClr val="tx1"/>
          </a:solidFill>
          <a:latin typeface="+mn-lt"/>
          <a:ea typeface="+mn-ea"/>
          <a:cs typeface="+mn-cs"/>
        </a:defRPr>
      </a:lvl8pPr>
      <a:lvl9pPr marL="5436113" indent="-319771" algn="l" defTabSz="1279082" rtl="0" eaLnBrk="1" latinLnBrk="0" hangingPunct="1">
        <a:spcBef>
          <a:spcPct val="20000"/>
        </a:spcBef>
        <a:buFont typeface="Arial" pitchFamily="34" charset="0"/>
        <a:buChar char="•"/>
        <a:defRPr sz="2800" kern="1200">
          <a:solidFill>
            <a:schemeClr val="tx1"/>
          </a:solidFill>
          <a:latin typeface="+mn-lt"/>
          <a:ea typeface="+mn-ea"/>
          <a:cs typeface="+mn-cs"/>
        </a:defRPr>
      </a:lvl9pPr>
    </p:bodyStyle>
    <p:otherStyle>
      <a:defPPr>
        <a:defRPr lang="en-US"/>
      </a:defPPr>
      <a:lvl1pPr marL="0" algn="l" defTabSz="1279082" rtl="0" eaLnBrk="1" latinLnBrk="0" hangingPunct="1">
        <a:defRPr sz="2500" kern="1200">
          <a:solidFill>
            <a:schemeClr val="tx1"/>
          </a:solidFill>
          <a:latin typeface="+mn-lt"/>
          <a:ea typeface="+mn-ea"/>
          <a:cs typeface="+mn-cs"/>
        </a:defRPr>
      </a:lvl1pPr>
      <a:lvl2pPr marL="639541" algn="l" defTabSz="1279082" rtl="0" eaLnBrk="1" latinLnBrk="0" hangingPunct="1">
        <a:defRPr sz="2500" kern="1200">
          <a:solidFill>
            <a:schemeClr val="tx1"/>
          </a:solidFill>
          <a:latin typeface="+mn-lt"/>
          <a:ea typeface="+mn-ea"/>
          <a:cs typeface="+mn-cs"/>
        </a:defRPr>
      </a:lvl2pPr>
      <a:lvl3pPr marL="1279082" algn="l" defTabSz="1279082" rtl="0" eaLnBrk="1" latinLnBrk="0" hangingPunct="1">
        <a:defRPr sz="2500" kern="1200">
          <a:solidFill>
            <a:schemeClr val="tx1"/>
          </a:solidFill>
          <a:latin typeface="+mn-lt"/>
          <a:ea typeface="+mn-ea"/>
          <a:cs typeface="+mn-cs"/>
        </a:defRPr>
      </a:lvl3pPr>
      <a:lvl4pPr marL="1918624" algn="l" defTabSz="1279082" rtl="0" eaLnBrk="1" latinLnBrk="0" hangingPunct="1">
        <a:defRPr sz="2500" kern="1200">
          <a:solidFill>
            <a:schemeClr val="tx1"/>
          </a:solidFill>
          <a:latin typeface="+mn-lt"/>
          <a:ea typeface="+mn-ea"/>
          <a:cs typeface="+mn-cs"/>
        </a:defRPr>
      </a:lvl4pPr>
      <a:lvl5pPr marL="2558165" algn="l" defTabSz="1279082" rtl="0" eaLnBrk="1" latinLnBrk="0" hangingPunct="1">
        <a:defRPr sz="2500" kern="1200">
          <a:solidFill>
            <a:schemeClr val="tx1"/>
          </a:solidFill>
          <a:latin typeface="+mn-lt"/>
          <a:ea typeface="+mn-ea"/>
          <a:cs typeface="+mn-cs"/>
        </a:defRPr>
      </a:lvl5pPr>
      <a:lvl6pPr marL="3197711" algn="l" defTabSz="1279082" rtl="0" eaLnBrk="1" latinLnBrk="0" hangingPunct="1">
        <a:defRPr sz="2500" kern="1200">
          <a:solidFill>
            <a:schemeClr val="tx1"/>
          </a:solidFill>
          <a:latin typeface="+mn-lt"/>
          <a:ea typeface="+mn-ea"/>
          <a:cs typeface="+mn-cs"/>
        </a:defRPr>
      </a:lvl6pPr>
      <a:lvl7pPr marL="3837256" algn="l" defTabSz="1279082" rtl="0" eaLnBrk="1" latinLnBrk="0" hangingPunct="1">
        <a:defRPr sz="2500" kern="1200">
          <a:solidFill>
            <a:schemeClr val="tx1"/>
          </a:solidFill>
          <a:latin typeface="+mn-lt"/>
          <a:ea typeface="+mn-ea"/>
          <a:cs typeface="+mn-cs"/>
        </a:defRPr>
      </a:lvl7pPr>
      <a:lvl8pPr marL="4476797" algn="l" defTabSz="1279082" rtl="0" eaLnBrk="1" latinLnBrk="0" hangingPunct="1">
        <a:defRPr sz="2500" kern="1200">
          <a:solidFill>
            <a:schemeClr val="tx1"/>
          </a:solidFill>
          <a:latin typeface="+mn-lt"/>
          <a:ea typeface="+mn-ea"/>
          <a:cs typeface="+mn-cs"/>
        </a:defRPr>
      </a:lvl8pPr>
      <a:lvl9pPr marL="5116341" algn="l" defTabSz="1279082" rtl="0" eaLnBrk="1" latinLnBrk="0" hangingPunct="1">
        <a:defRPr sz="2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80099" y="384493"/>
            <a:ext cx="11241405" cy="1600200"/>
          </a:xfrm>
          <a:prstGeom prst="rect">
            <a:avLst/>
          </a:prstGeom>
        </p:spPr>
        <p:txBody>
          <a:bodyPr vert="horz" lIns="0" tIns="0" rIns="0" bIns="0" rtlCol="0" anchor="ctr">
            <a:normAutofit/>
          </a:bodyPr>
          <a:lstStyle/>
          <a:p>
            <a:r>
              <a:rPr lang="en-US" dirty="0" smtClean="0"/>
              <a:t>Click to edit Master title style</a:t>
            </a:r>
            <a:endParaRPr lang="en-US" dirty="0"/>
          </a:p>
        </p:txBody>
      </p:sp>
      <p:sp>
        <p:nvSpPr>
          <p:cNvPr id="1027" name="Text Placeholder 2"/>
          <p:cNvSpPr>
            <a:spLocks noGrp="1"/>
          </p:cNvSpPr>
          <p:nvPr>
            <p:ph type="body" idx="1"/>
          </p:nvPr>
        </p:nvSpPr>
        <p:spPr bwMode="auto">
          <a:xfrm>
            <a:off x="780099" y="2240281"/>
            <a:ext cx="11241405" cy="633634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3"/>
            <a:r>
              <a:rPr lang="en-US" dirty="0"/>
              <a:t>Third </a:t>
            </a:r>
            <a:r>
              <a:rPr lang="en-US" dirty="0" smtClean="0"/>
              <a:t>level</a:t>
            </a:r>
          </a:p>
          <a:p>
            <a:pPr lvl="4"/>
            <a:r>
              <a:rPr lang="en-US" dirty="0" smtClean="0"/>
              <a:t>Fourth </a:t>
            </a:r>
            <a:r>
              <a:rPr lang="en-US" dirty="0"/>
              <a:t>level</a:t>
            </a:r>
          </a:p>
          <a:p>
            <a:pPr lvl="5"/>
            <a:r>
              <a:rPr lang="en-US" dirty="0" smtClean="0"/>
              <a:t>Fifth </a:t>
            </a:r>
            <a:r>
              <a:rPr lang="en-US" dirty="0"/>
              <a:t>level</a:t>
            </a:r>
          </a:p>
        </p:txBody>
      </p:sp>
      <p:sp>
        <p:nvSpPr>
          <p:cNvPr id="7" name="Slide Number Placeholder 5"/>
          <p:cNvSpPr>
            <a:spLocks noGrp="1"/>
          </p:cNvSpPr>
          <p:nvPr>
            <p:ph type="sldNum" sz="quarter" idx="4"/>
          </p:nvPr>
        </p:nvSpPr>
        <p:spPr>
          <a:xfrm>
            <a:off x="0" y="8832216"/>
            <a:ext cx="12801600" cy="768985"/>
          </a:xfrm>
          <a:prstGeom prst="rect">
            <a:avLst/>
          </a:prstGeom>
          <a:solidFill>
            <a:schemeClr val="bg2"/>
          </a:solidFill>
        </p:spPr>
        <p:txBody>
          <a:bodyPr vert="horz" wrap="square" lIns="0" tIns="0" rIns="128016" bIns="0" numCol="1" anchor="ctr" anchorCtr="0" compatLnSpc="1">
            <a:prstTxWarp prst="textNoShape">
              <a:avLst/>
            </a:prstTxWarp>
          </a:bodyPr>
          <a:lstStyle>
            <a:lvl1pPr>
              <a:defRPr sz="1700">
                <a:solidFill>
                  <a:schemeClr val="bg1"/>
                </a:solidFill>
              </a:defRPr>
            </a:lvl1pPr>
          </a:lstStyle>
          <a:p>
            <a:pPr defTabSz="1280160" fontAlgn="base">
              <a:spcBef>
                <a:spcPct val="0"/>
              </a:spcBef>
              <a:spcAft>
                <a:spcPct val="0"/>
              </a:spcAft>
              <a:defRPr/>
            </a:pPr>
            <a:r>
              <a:rPr lang="en-US" dirty="0" smtClean="0">
                <a:solidFill>
                  <a:prstClr val="white"/>
                </a:solidFill>
                <a:ea typeface="ヒラギノ角ゴ Pro W3" pitchFamily="84" charset="-128"/>
              </a:rPr>
              <a:t>  </a:t>
            </a:r>
            <a:fld id="{45F8D313-CCBE-49D6-A3BC-57B1848DFB52}" type="slidenum">
              <a:rPr lang="en-US" smtClean="0">
                <a:solidFill>
                  <a:prstClr val="white"/>
                </a:solidFill>
                <a:ea typeface="ヒラギノ角ゴ Pro W3" pitchFamily="84" charset="-128"/>
              </a:rPr>
              <a:pPr defTabSz="1280160" fontAlgn="base">
                <a:spcBef>
                  <a:spcPct val="0"/>
                </a:spcBef>
                <a:spcAft>
                  <a:spcPct val="0"/>
                </a:spcAft>
                <a:defRPr/>
              </a:pPr>
              <a:t>‹#›</a:t>
            </a:fld>
            <a:r>
              <a:rPr lang="en-US" dirty="0" smtClean="0">
                <a:solidFill>
                  <a:prstClr val="white"/>
                </a:solidFill>
                <a:ea typeface="ヒラギノ角ゴ Pro W3" pitchFamily="84" charset="-128"/>
              </a:rPr>
              <a:t> </a:t>
            </a:r>
            <a:endParaRPr lang="en-US" dirty="0">
              <a:solidFill>
                <a:prstClr val="white"/>
              </a:solidFill>
              <a:ea typeface="ヒラギノ角ゴ Pro W3" pitchFamily="84" charset="-128"/>
            </a:endParaRPr>
          </a:p>
        </p:txBody>
      </p:sp>
      <p:sp>
        <p:nvSpPr>
          <p:cNvPr id="6" name="Footer Placeholder 5"/>
          <p:cNvSpPr>
            <a:spLocks noGrp="1"/>
          </p:cNvSpPr>
          <p:nvPr>
            <p:ph type="ftr" sz="quarter" idx="3"/>
          </p:nvPr>
        </p:nvSpPr>
        <p:spPr>
          <a:xfrm>
            <a:off x="1260159" y="8832216"/>
            <a:ext cx="11290125" cy="768985"/>
          </a:xfrm>
          <a:prstGeom prst="rect">
            <a:avLst/>
          </a:prstGeom>
        </p:spPr>
        <p:txBody>
          <a:bodyPr vert="horz" lIns="0" tIns="0" rIns="0" bIns="0" rtlCol="0" anchor="ctr"/>
          <a:lstStyle>
            <a:lvl1pPr algn="l" fontAlgn="auto">
              <a:spcBef>
                <a:spcPts val="0"/>
              </a:spcBef>
              <a:spcAft>
                <a:spcPts val="0"/>
              </a:spcAft>
              <a:defRPr sz="1700" baseline="0">
                <a:solidFill>
                  <a:schemeClr val="bg1"/>
                </a:solidFill>
                <a:latin typeface="Arial" pitchFamily="34" charset="0"/>
                <a:ea typeface="+mn-ea"/>
                <a:cs typeface="+mn-cs"/>
              </a:defRPr>
            </a:lvl1pPr>
          </a:lstStyle>
          <a:p>
            <a:pPr defTabSz="1280160">
              <a:defRPr/>
            </a:pPr>
            <a:r>
              <a:rPr lang="en-US" smtClean="0">
                <a:solidFill>
                  <a:prstClr val="white"/>
                </a:solidFill>
              </a:rPr>
              <a:t>Presentation title - edit in Header and Footer</a:t>
            </a:r>
            <a:endParaRPr lang="en-US" dirty="0">
              <a:solidFill>
                <a:prstClr val="white"/>
              </a:solidFill>
            </a:endParaRPr>
          </a:p>
        </p:txBody>
      </p:sp>
    </p:spTree>
    <p:extLst>
      <p:ext uri="{BB962C8B-B14F-4D97-AF65-F5344CB8AC3E}">
        <p14:creationId xmlns:p14="http://schemas.microsoft.com/office/powerpoint/2010/main" val="3748732243"/>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Lst>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hf hdr="0" dt="0"/>
  <p:txStyles>
    <p:titleStyle>
      <a:lvl1pPr algn="l" rtl="0" eaLnBrk="0" fontAlgn="base" hangingPunct="0">
        <a:spcBef>
          <a:spcPct val="0"/>
        </a:spcBef>
        <a:spcAft>
          <a:spcPct val="0"/>
        </a:spcAft>
        <a:defRPr sz="5600" kern="1200" spc="-210">
          <a:solidFill>
            <a:srgbClr val="00AE9E"/>
          </a:solidFill>
          <a:latin typeface="+mj-lt"/>
          <a:ea typeface="ヒラギノ角ゴ Pro W3" pitchFamily="84" charset="-128"/>
          <a:cs typeface="ヒラギノ角ゴ Pro W3" pitchFamily="84" charset="-128"/>
        </a:defRPr>
      </a:lvl1pPr>
      <a:lvl2pPr algn="l" rtl="0" eaLnBrk="0" fontAlgn="base" hangingPunct="0">
        <a:spcBef>
          <a:spcPct val="0"/>
        </a:spcBef>
        <a:spcAft>
          <a:spcPct val="0"/>
        </a:spcAft>
        <a:defRPr sz="5600">
          <a:solidFill>
            <a:schemeClr val="tx2"/>
          </a:solidFill>
          <a:latin typeface="Arial" pitchFamily="84" charset="0"/>
          <a:ea typeface="ヒラギノ角ゴ Pro W3" pitchFamily="84" charset="-128"/>
          <a:cs typeface="ヒラギノ角ゴ Pro W3" pitchFamily="84" charset="-128"/>
        </a:defRPr>
      </a:lvl2pPr>
      <a:lvl3pPr algn="l" rtl="0" eaLnBrk="0" fontAlgn="base" hangingPunct="0">
        <a:spcBef>
          <a:spcPct val="0"/>
        </a:spcBef>
        <a:spcAft>
          <a:spcPct val="0"/>
        </a:spcAft>
        <a:defRPr sz="5600">
          <a:solidFill>
            <a:schemeClr val="tx2"/>
          </a:solidFill>
          <a:latin typeface="Arial" pitchFamily="84" charset="0"/>
          <a:ea typeface="ヒラギノ角ゴ Pro W3" pitchFamily="84" charset="-128"/>
          <a:cs typeface="ヒラギノ角ゴ Pro W3" pitchFamily="84" charset="-128"/>
        </a:defRPr>
      </a:lvl3pPr>
      <a:lvl4pPr algn="l" rtl="0" eaLnBrk="0" fontAlgn="base" hangingPunct="0">
        <a:spcBef>
          <a:spcPct val="0"/>
        </a:spcBef>
        <a:spcAft>
          <a:spcPct val="0"/>
        </a:spcAft>
        <a:defRPr sz="5600">
          <a:solidFill>
            <a:schemeClr val="tx2"/>
          </a:solidFill>
          <a:latin typeface="Arial" pitchFamily="84" charset="0"/>
          <a:ea typeface="ヒラギノ角ゴ Pro W3" pitchFamily="84" charset="-128"/>
          <a:cs typeface="ヒラギノ角ゴ Pro W3" pitchFamily="84" charset="-128"/>
        </a:defRPr>
      </a:lvl4pPr>
      <a:lvl5pPr algn="l" rtl="0" eaLnBrk="0" fontAlgn="base" hangingPunct="0">
        <a:spcBef>
          <a:spcPct val="0"/>
        </a:spcBef>
        <a:spcAft>
          <a:spcPct val="0"/>
        </a:spcAft>
        <a:defRPr sz="5600">
          <a:solidFill>
            <a:schemeClr val="tx2"/>
          </a:solidFill>
          <a:latin typeface="Arial" pitchFamily="84" charset="0"/>
          <a:ea typeface="ヒラギノ角ゴ Pro W3" pitchFamily="84" charset="-128"/>
          <a:cs typeface="ヒラギノ角ゴ Pro W3" pitchFamily="84" charset="-128"/>
        </a:defRPr>
      </a:lvl5pPr>
      <a:lvl6pPr marL="640080" algn="l" rtl="0" fontAlgn="base">
        <a:spcBef>
          <a:spcPct val="0"/>
        </a:spcBef>
        <a:spcAft>
          <a:spcPct val="0"/>
        </a:spcAft>
        <a:defRPr sz="5600">
          <a:solidFill>
            <a:schemeClr val="tx2"/>
          </a:solidFill>
          <a:latin typeface="Arial" pitchFamily="84" charset="0"/>
          <a:ea typeface="ヒラギノ角ゴ Pro W3" pitchFamily="84" charset="-128"/>
          <a:cs typeface="ヒラギノ角ゴ Pro W3" pitchFamily="84" charset="-128"/>
        </a:defRPr>
      </a:lvl6pPr>
      <a:lvl7pPr marL="1280160" algn="l" rtl="0" fontAlgn="base">
        <a:spcBef>
          <a:spcPct val="0"/>
        </a:spcBef>
        <a:spcAft>
          <a:spcPct val="0"/>
        </a:spcAft>
        <a:defRPr sz="5600">
          <a:solidFill>
            <a:schemeClr val="tx2"/>
          </a:solidFill>
          <a:latin typeface="Arial" pitchFamily="84" charset="0"/>
          <a:ea typeface="ヒラギノ角ゴ Pro W3" pitchFamily="84" charset="-128"/>
          <a:cs typeface="ヒラギノ角ゴ Pro W3" pitchFamily="84" charset="-128"/>
        </a:defRPr>
      </a:lvl7pPr>
      <a:lvl8pPr marL="1920240" algn="l" rtl="0" fontAlgn="base">
        <a:spcBef>
          <a:spcPct val="0"/>
        </a:spcBef>
        <a:spcAft>
          <a:spcPct val="0"/>
        </a:spcAft>
        <a:defRPr sz="5600">
          <a:solidFill>
            <a:schemeClr val="tx2"/>
          </a:solidFill>
          <a:latin typeface="Arial" pitchFamily="84" charset="0"/>
          <a:ea typeface="ヒラギノ角ゴ Pro W3" pitchFamily="84" charset="-128"/>
          <a:cs typeface="ヒラギノ角ゴ Pro W3" pitchFamily="84" charset="-128"/>
        </a:defRPr>
      </a:lvl8pPr>
      <a:lvl9pPr marL="2560320" algn="l" rtl="0" fontAlgn="base">
        <a:spcBef>
          <a:spcPct val="0"/>
        </a:spcBef>
        <a:spcAft>
          <a:spcPct val="0"/>
        </a:spcAft>
        <a:defRPr sz="5600">
          <a:solidFill>
            <a:schemeClr val="tx2"/>
          </a:solidFill>
          <a:latin typeface="Arial" pitchFamily="84" charset="0"/>
          <a:ea typeface="ヒラギノ角ゴ Pro W3" pitchFamily="84" charset="-128"/>
          <a:cs typeface="ヒラギノ角ゴ Pro W3" pitchFamily="84" charset="-128"/>
        </a:defRPr>
      </a:lvl9pPr>
    </p:titleStyle>
    <p:bodyStyle>
      <a:lvl1pPr marL="480060" indent="-480060" algn="l" rtl="0" eaLnBrk="0" fontAlgn="base" hangingPunct="0">
        <a:spcBef>
          <a:spcPts val="1680"/>
        </a:spcBef>
        <a:spcAft>
          <a:spcPct val="0"/>
        </a:spcAft>
        <a:buFont typeface="Arial" pitchFamily="84" charset="0"/>
        <a:defRPr kern="1200" baseline="0">
          <a:solidFill>
            <a:srgbClr val="00AE9E"/>
          </a:solidFill>
          <a:latin typeface="Arial" pitchFamily="34" charset="0"/>
          <a:ea typeface="ヒラギノ角ゴ Pro W3" pitchFamily="84" charset="-128"/>
          <a:cs typeface="ヒラギノ角ゴ Pro W3" pitchFamily="84" charset="-128"/>
        </a:defRPr>
      </a:lvl1pPr>
      <a:lvl2pPr marL="495618" indent="-246698" algn="l" rtl="0" eaLnBrk="0" fontAlgn="base" hangingPunct="0">
        <a:spcBef>
          <a:spcPts val="840"/>
        </a:spcBef>
        <a:spcAft>
          <a:spcPct val="0"/>
        </a:spcAft>
        <a:defRPr kern="1200" baseline="0">
          <a:solidFill>
            <a:schemeClr val="tx1"/>
          </a:solidFill>
          <a:latin typeface="Arial" pitchFamily="34" charset="0"/>
          <a:ea typeface="ヒラギノ角ゴ Pro W3" pitchFamily="84" charset="-128"/>
          <a:cs typeface="+mn-cs"/>
        </a:defRPr>
      </a:lvl2pPr>
      <a:lvl3pPr marL="302260" indent="-302260" algn="l" rtl="0" eaLnBrk="0" fontAlgn="base" hangingPunct="0">
        <a:spcBef>
          <a:spcPts val="840"/>
        </a:spcBef>
        <a:spcAft>
          <a:spcPct val="0"/>
        </a:spcAft>
        <a:buFont typeface="Arial" pitchFamily="84" charset="0"/>
        <a:buChar char="•"/>
        <a:defRPr kern="1200">
          <a:solidFill>
            <a:schemeClr val="tx1"/>
          </a:solidFill>
          <a:latin typeface="Arial" pitchFamily="34" charset="0"/>
          <a:ea typeface="ヒラギノ角ゴ Pro W3" pitchFamily="84" charset="-128"/>
          <a:cs typeface="+mn-cs"/>
        </a:defRPr>
      </a:lvl3pPr>
      <a:lvl4pPr marL="875665" indent="-266700" algn="l" rtl="0" eaLnBrk="0" fontAlgn="base" hangingPunct="0">
        <a:spcBef>
          <a:spcPts val="840"/>
        </a:spcBef>
        <a:spcAft>
          <a:spcPct val="0"/>
        </a:spcAft>
        <a:buFont typeface="Arial" pitchFamily="34" charset="0"/>
        <a:buChar char="•"/>
        <a:defRPr sz="2200" kern="1200">
          <a:solidFill>
            <a:schemeClr val="tx1"/>
          </a:solidFill>
          <a:latin typeface="Arial" pitchFamily="34" charset="0"/>
          <a:ea typeface="ヒラギノ角ゴ Pro W3" pitchFamily="84" charset="-128"/>
          <a:cs typeface="+mn-cs"/>
        </a:defRPr>
      </a:lvl4pPr>
      <a:lvl5pPr marL="1502410" indent="-248920" algn="l" rtl="0" eaLnBrk="0" fontAlgn="base" hangingPunct="0">
        <a:spcBef>
          <a:spcPct val="20000"/>
        </a:spcBef>
        <a:spcAft>
          <a:spcPct val="0"/>
        </a:spcAft>
        <a:buFont typeface="Arial" pitchFamily="34" charset="0"/>
        <a:buChar char="•"/>
        <a:defRPr sz="2100" kern="1200">
          <a:solidFill>
            <a:schemeClr val="tx1"/>
          </a:solidFill>
          <a:latin typeface="Arial" pitchFamily="34" charset="0"/>
          <a:ea typeface="ヒラギノ角ゴ Pro W3" pitchFamily="84" charset="-128"/>
          <a:cs typeface="+mn-cs"/>
        </a:defRPr>
      </a:lvl5pPr>
      <a:lvl6pPr marL="2129155" indent="-262255" algn="l" defTabSz="1280160" rtl="0" eaLnBrk="1" latinLnBrk="0" hangingPunct="1">
        <a:spcBef>
          <a:spcPct val="20000"/>
        </a:spcBef>
        <a:buFontTx/>
        <a:buNone/>
        <a:defRPr sz="2000" kern="1200" baseline="0">
          <a:solidFill>
            <a:schemeClr val="tx1"/>
          </a:solidFill>
          <a:latin typeface="+mn-lt"/>
          <a:ea typeface="+mn-ea"/>
          <a:cs typeface="+mn-cs"/>
        </a:defRPr>
      </a:lvl6pPr>
      <a:lvl7pPr marL="416052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7pPr>
      <a:lvl8pPr marL="480060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8pPr>
      <a:lvl9pPr marL="544068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9pPr>
    </p:bodyStyle>
    <p:otherStyle>
      <a:defPPr>
        <a:defRPr lang="en-US"/>
      </a:defPPr>
      <a:lvl1pPr marL="0" algn="l" defTabSz="1280160" rtl="0" eaLnBrk="1" latinLnBrk="0" hangingPunct="1">
        <a:defRPr sz="2500" kern="1200">
          <a:solidFill>
            <a:schemeClr val="tx1"/>
          </a:solidFill>
          <a:latin typeface="+mn-lt"/>
          <a:ea typeface="+mn-ea"/>
          <a:cs typeface="+mn-cs"/>
        </a:defRPr>
      </a:lvl1pPr>
      <a:lvl2pPr marL="640080" algn="l" defTabSz="1280160" rtl="0" eaLnBrk="1" latinLnBrk="0" hangingPunct="1">
        <a:defRPr sz="2500" kern="1200">
          <a:solidFill>
            <a:schemeClr val="tx1"/>
          </a:solidFill>
          <a:latin typeface="+mn-lt"/>
          <a:ea typeface="+mn-ea"/>
          <a:cs typeface="+mn-cs"/>
        </a:defRPr>
      </a:lvl2pPr>
      <a:lvl3pPr marL="1280160" algn="l" defTabSz="1280160" rtl="0" eaLnBrk="1" latinLnBrk="0" hangingPunct="1">
        <a:defRPr sz="2500" kern="1200">
          <a:solidFill>
            <a:schemeClr val="tx1"/>
          </a:solidFill>
          <a:latin typeface="+mn-lt"/>
          <a:ea typeface="+mn-ea"/>
          <a:cs typeface="+mn-cs"/>
        </a:defRPr>
      </a:lvl3pPr>
      <a:lvl4pPr marL="1920240" algn="l" defTabSz="1280160" rtl="0" eaLnBrk="1" latinLnBrk="0" hangingPunct="1">
        <a:defRPr sz="2500" kern="1200">
          <a:solidFill>
            <a:schemeClr val="tx1"/>
          </a:solidFill>
          <a:latin typeface="+mn-lt"/>
          <a:ea typeface="+mn-ea"/>
          <a:cs typeface="+mn-cs"/>
        </a:defRPr>
      </a:lvl4pPr>
      <a:lvl5pPr marL="2560320" algn="l" defTabSz="1280160" rtl="0" eaLnBrk="1" latinLnBrk="0" hangingPunct="1">
        <a:defRPr sz="2500" kern="1200">
          <a:solidFill>
            <a:schemeClr val="tx1"/>
          </a:solidFill>
          <a:latin typeface="+mn-lt"/>
          <a:ea typeface="+mn-ea"/>
          <a:cs typeface="+mn-cs"/>
        </a:defRPr>
      </a:lvl5pPr>
      <a:lvl6pPr marL="3200400" algn="l" defTabSz="1280160" rtl="0" eaLnBrk="1" latinLnBrk="0" hangingPunct="1">
        <a:defRPr sz="2500" kern="1200">
          <a:solidFill>
            <a:schemeClr val="tx1"/>
          </a:solidFill>
          <a:latin typeface="+mn-lt"/>
          <a:ea typeface="+mn-ea"/>
          <a:cs typeface="+mn-cs"/>
        </a:defRPr>
      </a:lvl6pPr>
      <a:lvl7pPr marL="3840480" algn="l" defTabSz="1280160" rtl="0" eaLnBrk="1" latinLnBrk="0" hangingPunct="1">
        <a:defRPr sz="2500" kern="1200">
          <a:solidFill>
            <a:schemeClr val="tx1"/>
          </a:solidFill>
          <a:latin typeface="+mn-lt"/>
          <a:ea typeface="+mn-ea"/>
          <a:cs typeface="+mn-cs"/>
        </a:defRPr>
      </a:lvl7pPr>
      <a:lvl8pPr marL="4480560" algn="l" defTabSz="1280160" rtl="0" eaLnBrk="1" latinLnBrk="0" hangingPunct="1">
        <a:defRPr sz="2500" kern="1200">
          <a:solidFill>
            <a:schemeClr val="tx1"/>
          </a:solidFill>
          <a:latin typeface="+mn-lt"/>
          <a:ea typeface="+mn-ea"/>
          <a:cs typeface="+mn-cs"/>
        </a:defRPr>
      </a:lvl8pPr>
      <a:lvl9pPr marL="5120640" algn="l" defTabSz="1280160" rtl="0" eaLnBrk="1" latinLnBrk="0" hangingPunct="1">
        <a:defRPr sz="2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5.png"/><Relationship Id="rId5" Type="http://schemas.openxmlformats.org/officeDocument/2006/relationships/diagramQuickStyle" Target="../diagrams/quickStyle1.xml"/><Relationship Id="rId10" Type="http://schemas.openxmlformats.org/officeDocument/2006/relationships/image" Target="../media/image4.png"/><Relationship Id="rId4" Type="http://schemas.openxmlformats.org/officeDocument/2006/relationships/diagramLayout" Target="../diagrams/layout1.xml"/><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7.jpeg"/><Relationship Id="rId5" Type="http://schemas.openxmlformats.org/officeDocument/2006/relationships/diagramQuickStyle" Target="../diagrams/quickStyle2.xml"/><Relationship Id="rId10" Type="http://schemas.openxmlformats.org/officeDocument/2006/relationships/image" Target="../media/image6.jpeg"/><Relationship Id="rId4" Type="http://schemas.openxmlformats.org/officeDocument/2006/relationships/diagramLayout" Target="../diagrams/layout2.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10.jpeg"/><Relationship Id="rId3" Type="http://schemas.openxmlformats.org/officeDocument/2006/relationships/diagramData" Target="../diagrams/data3.xml"/><Relationship Id="rId7" Type="http://schemas.microsoft.com/office/2007/relationships/diagramDrawing" Target="../diagrams/drawing3.xml"/><Relationship Id="rId12"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image" Target="cid:EBF8639B-987A-4A8F-BCBD-5E73C1CFEB12" TargetMode="External"/><Relationship Id="rId5" Type="http://schemas.openxmlformats.org/officeDocument/2006/relationships/diagramQuickStyle" Target="../diagrams/quickStyle3.xml"/><Relationship Id="rId10" Type="http://schemas.openxmlformats.org/officeDocument/2006/relationships/image" Target="../media/image8.jpeg"/><Relationship Id="rId4" Type="http://schemas.openxmlformats.org/officeDocument/2006/relationships/diagramLayout" Target="../diagrams/layout3.xml"/><Relationship Id="rId9"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hyperlink" Target="https://www.rcn.org.uk/professional-development/nice-collaboration/nice-case-studies" TargetMode="External"/><Relationship Id="rId7" Type="http://schemas.openxmlformats.org/officeDocument/2006/relationships/hyperlink" Target="http://www.nesta.org.uk/centre-social-action-innovation-fund-evaluations/nesta-standards-evidence"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www.euro.who.int/en/health-topics/Life-stages/child-and-adolescent-health/publications/2013/improving-the-lives-of-children-and-young-people-case-studies-from-europe.-volume-1.-early-years" TargetMode="External"/><Relationship Id="rId5" Type="http://schemas.openxmlformats.org/officeDocument/2006/relationships/hyperlink" Target="https://www.brookes.ac.uk/students/upgrade/study-skills/reflective-writing-using-gibbs/" TargetMode="External"/><Relationship Id="rId4" Type="http://schemas.openxmlformats.org/officeDocument/2006/relationships/hyperlink" Target="http://www2.hull.ac.uk/lli/pdf/Case%20Studies.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856184" y="2972698"/>
            <a:ext cx="11305256" cy="5053860"/>
          </a:xfrm>
        </p:spPr>
        <p:txBody>
          <a:bodyPr/>
          <a:lstStyle/>
          <a:p>
            <a:pPr algn="ctr"/>
            <a:r>
              <a:rPr lang="en-GB" sz="5000" dirty="0" smtClean="0"/>
              <a:t>Public Health England </a:t>
            </a:r>
            <a:r>
              <a:rPr lang="en-GB" sz="5000" dirty="0"/>
              <a:t/>
            </a:r>
            <a:br>
              <a:rPr lang="en-GB" sz="5000" dirty="0"/>
            </a:br>
            <a:r>
              <a:rPr lang="en-GB" sz="5000" dirty="0"/>
              <a:t/>
            </a:r>
            <a:br>
              <a:rPr lang="en-GB" sz="5000" dirty="0"/>
            </a:br>
            <a:r>
              <a:rPr lang="en-GB" sz="4800" dirty="0"/>
              <a:t>Case S</a:t>
            </a:r>
            <a:r>
              <a:rPr lang="en-GB" sz="4800" dirty="0" smtClean="0"/>
              <a:t>tudies </a:t>
            </a:r>
            <a:r>
              <a:rPr lang="en-GB" sz="4800" dirty="0"/>
              <a:t>and Local Practice </a:t>
            </a:r>
            <a:r>
              <a:rPr lang="en-GB" sz="4800" dirty="0" smtClean="0"/>
              <a:t>Examples Templates </a:t>
            </a:r>
            <a:r>
              <a:rPr lang="en-GB" sz="5000" dirty="0"/>
              <a:t/>
            </a:r>
            <a:br>
              <a:rPr lang="en-GB" sz="5000" dirty="0"/>
            </a:br>
            <a:r>
              <a:rPr lang="en-GB" sz="5000" dirty="0"/>
              <a:t/>
            </a:r>
            <a:br>
              <a:rPr lang="en-GB" sz="5000" dirty="0"/>
            </a:br>
            <a:r>
              <a:rPr lang="en-GB" sz="5000" dirty="0"/>
              <a:t/>
            </a:r>
            <a:br>
              <a:rPr lang="en-GB" sz="5000" dirty="0"/>
            </a:br>
            <a:r>
              <a:rPr lang="en-GB" sz="3900" dirty="0"/>
              <a:t/>
            </a:r>
            <a:br>
              <a:rPr lang="en-GB" sz="3900" dirty="0"/>
            </a:br>
            <a:endParaRPr lang="en-GB" sz="3900" dirty="0"/>
          </a:p>
        </p:txBody>
      </p:sp>
    </p:spTree>
    <p:extLst>
      <p:ext uri="{BB962C8B-B14F-4D97-AF65-F5344CB8AC3E}">
        <p14:creationId xmlns:p14="http://schemas.microsoft.com/office/powerpoint/2010/main" val="9440332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ounded Rectangle 23"/>
          <p:cNvSpPr/>
          <p:nvPr/>
        </p:nvSpPr>
        <p:spPr>
          <a:xfrm>
            <a:off x="352128" y="4170357"/>
            <a:ext cx="4209248" cy="4800769"/>
          </a:xfrm>
          <a:prstGeom prst="roundRect">
            <a:avLst/>
          </a:prstGeom>
          <a:solidFill>
            <a:srgbClr val="00A551"/>
          </a:solidFill>
          <a:ln>
            <a:noFill/>
          </a:ln>
        </p:spPr>
        <p:style>
          <a:lnRef idx="2">
            <a:schemeClr val="accent1">
              <a:shade val="50000"/>
            </a:schemeClr>
          </a:lnRef>
          <a:fillRef idx="1">
            <a:schemeClr val="accent1"/>
          </a:fillRef>
          <a:effectRef idx="0">
            <a:schemeClr val="accent1"/>
          </a:effectRef>
          <a:fontRef idx="minor">
            <a:schemeClr val="lt1"/>
          </a:fontRef>
        </p:style>
        <p:txBody>
          <a:bodyPr lIns="91361" tIns="45681" rIns="91361" bIns="45681" rtlCol="0" anchor="ctr"/>
          <a:lstStyle/>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p:txBody>
      </p:sp>
      <p:sp>
        <p:nvSpPr>
          <p:cNvPr id="16" name="Title 15"/>
          <p:cNvSpPr>
            <a:spLocks noGrp="1"/>
          </p:cNvSpPr>
          <p:nvPr>
            <p:ph type="title"/>
          </p:nvPr>
        </p:nvSpPr>
        <p:spPr>
          <a:xfrm>
            <a:off x="820176" y="408115"/>
            <a:ext cx="11089240" cy="864095"/>
          </a:xfrm>
        </p:spPr>
        <p:txBody>
          <a:bodyPr>
            <a:normAutofit/>
          </a:bodyPr>
          <a:lstStyle/>
          <a:p>
            <a:r>
              <a:rPr lang="en-GB" sz="4300" dirty="0">
                <a:solidFill>
                  <a:srgbClr val="00B092"/>
                </a:solidFill>
              </a:rPr>
              <a:t>Case </a:t>
            </a:r>
            <a:r>
              <a:rPr lang="en-GB" sz="4300" dirty="0" smtClean="0">
                <a:solidFill>
                  <a:srgbClr val="00B092"/>
                </a:solidFill>
              </a:rPr>
              <a:t>studies – </a:t>
            </a:r>
            <a:r>
              <a:rPr lang="en-GB" sz="4300" dirty="0">
                <a:solidFill>
                  <a:srgbClr val="00B092"/>
                </a:solidFill>
              </a:rPr>
              <a:t>a short guide to writing case studies</a:t>
            </a:r>
          </a:p>
        </p:txBody>
      </p:sp>
      <p:sp>
        <p:nvSpPr>
          <p:cNvPr id="2054" name="Rectangle 6"/>
          <p:cNvSpPr>
            <a:spLocks noChangeArrowheads="1"/>
          </p:cNvSpPr>
          <p:nvPr/>
        </p:nvSpPr>
        <p:spPr bwMode="auto">
          <a:xfrm>
            <a:off x="12" y="-94560"/>
            <a:ext cx="184731" cy="646331"/>
          </a:xfrm>
          <a:prstGeom prst="rect">
            <a:avLst/>
          </a:prstGeom>
          <a:noFill/>
          <a:ln w="9525">
            <a:noFill/>
            <a:miter lim="800000"/>
            <a:headEnd/>
            <a:tailEnd/>
          </a:ln>
          <a:effectLst/>
        </p:spPr>
        <p:txBody>
          <a:bodyPr vert="horz" wrap="none" lIns="91361" tIns="45681" rIns="91361" bIns="45681" numCol="1" anchor="ctr" anchorCtr="0" compatLnSpc="1">
            <a:prstTxWarp prst="textNoShape">
              <a:avLst/>
            </a:prstTxWarp>
            <a:spAutoFit/>
          </a:bodyPr>
          <a:lstStyle/>
          <a:p>
            <a:pPr defTabSz="913632" eaLnBrk="0" fontAlgn="base" hangingPunct="0">
              <a:spcBef>
                <a:spcPct val="0"/>
              </a:spcBef>
              <a:spcAft>
                <a:spcPct val="0"/>
              </a:spcAft>
            </a:pPr>
            <a:r>
              <a:rPr lang="en-GB" sz="1800" dirty="0">
                <a:latin typeface="Arial" pitchFamily="34" charset="0"/>
                <a:cs typeface="Arial" pitchFamily="34" charset="0"/>
              </a:rPr>
              <a:t/>
            </a:r>
            <a:br>
              <a:rPr lang="en-GB" sz="1800" dirty="0">
                <a:latin typeface="Arial" pitchFamily="34" charset="0"/>
                <a:cs typeface="Arial" pitchFamily="34" charset="0"/>
              </a:rPr>
            </a:br>
            <a:endParaRPr lang="en-GB" sz="1800" dirty="0">
              <a:latin typeface="Arial" pitchFamily="34" charset="0"/>
              <a:cs typeface="Arial" pitchFamily="34" charset="0"/>
            </a:endParaRPr>
          </a:p>
        </p:txBody>
      </p:sp>
      <p:cxnSp>
        <p:nvCxnSpPr>
          <p:cNvPr id="5" name="Straight Connector 4"/>
          <p:cNvCxnSpPr/>
          <p:nvPr/>
        </p:nvCxnSpPr>
        <p:spPr>
          <a:xfrm>
            <a:off x="784176" y="1776264"/>
            <a:ext cx="11161240" cy="0"/>
          </a:xfrm>
          <a:prstGeom prst="line">
            <a:avLst/>
          </a:prstGeom>
          <a:ln w="19050">
            <a:solidFill>
              <a:srgbClr val="00AE9E"/>
            </a:solidFill>
          </a:ln>
        </p:spPr>
        <p:style>
          <a:lnRef idx="1">
            <a:schemeClr val="accent5"/>
          </a:lnRef>
          <a:fillRef idx="0">
            <a:schemeClr val="accent5"/>
          </a:fillRef>
          <a:effectRef idx="0">
            <a:schemeClr val="accent5"/>
          </a:effectRef>
          <a:fontRef idx="minor">
            <a:schemeClr val="tx1"/>
          </a:fontRef>
        </p:style>
      </p:cxnSp>
      <p:cxnSp>
        <p:nvCxnSpPr>
          <p:cNvPr id="7" name="Straight Connector 6"/>
          <p:cNvCxnSpPr/>
          <p:nvPr/>
        </p:nvCxnSpPr>
        <p:spPr>
          <a:xfrm>
            <a:off x="4960640" y="2135592"/>
            <a:ext cx="0" cy="69854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6004408" y="2099950"/>
            <a:ext cx="6157032" cy="4140812"/>
          </a:xfrm>
          <a:prstGeom prst="roundRect">
            <a:avLst/>
          </a:prstGeom>
          <a:ln w="76200">
            <a:solidFill>
              <a:srgbClr val="00A551"/>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p:txBody>
      </p:sp>
      <p:sp>
        <p:nvSpPr>
          <p:cNvPr id="20" name="Rounded Rectangle 19"/>
          <p:cNvSpPr/>
          <p:nvPr/>
        </p:nvSpPr>
        <p:spPr>
          <a:xfrm>
            <a:off x="5680723" y="6528794"/>
            <a:ext cx="6264696" cy="2664297"/>
          </a:xfrm>
          <a:prstGeom prst="roundRect">
            <a:avLst/>
          </a:prstGeom>
          <a:solidFill>
            <a:srgbClr val="822433"/>
          </a:solidFill>
          <a:ln w="76200">
            <a:solidFill>
              <a:srgbClr val="822433"/>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p:txBody>
      </p:sp>
      <p:sp>
        <p:nvSpPr>
          <p:cNvPr id="9" name="Rectangle 8"/>
          <p:cNvSpPr/>
          <p:nvPr/>
        </p:nvSpPr>
        <p:spPr>
          <a:xfrm>
            <a:off x="6592395" y="1958369"/>
            <a:ext cx="4400470" cy="4785869"/>
          </a:xfrm>
          <a:prstGeom prst="rect">
            <a:avLst/>
          </a:prstGeom>
        </p:spPr>
        <p:txBody>
          <a:bodyPr wrap="square" lIns="91361" tIns="45681" rIns="91361" bIns="45681">
            <a:spAutoFit/>
          </a:bodyPr>
          <a:lstStyle/>
          <a:p>
            <a:endParaRPr lang="en-GB" sz="1100" i="1" dirty="0"/>
          </a:p>
          <a:p>
            <a:r>
              <a:rPr lang="en-GB" sz="1400" b="1" i="1" dirty="0"/>
              <a:t>Understand the purpose or intention: </a:t>
            </a:r>
          </a:p>
          <a:p>
            <a:pPr marL="925224" lvl="1" indent="-285681">
              <a:buFont typeface="Arial" panose="020B0604020202020204" pitchFamily="34" charset="0"/>
              <a:buChar char="•"/>
            </a:pPr>
            <a:r>
              <a:rPr lang="en-GB" sz="1400" i="1" dirty="0"/>
              <a:t>Why are you writing it?</a:t>
            </a:r>
          </a:p>
          <a:p>
            <a:pPr marL="925224" lvl="1" indent="-285681">
              <a:buFont typeface="Arial" panose="020B0604020202020204" pitchFamily="34" charset="0"/>
              <a:buChar char="•"/>
            </a:pPr>
            <a:r>
              <a:rPr lang="en-GB" sz="1400" i="1" dirty="0"/>
              <a:t>Who do you want to influence?</a:t>
            </a:r>
          </a:p>
          <a:p>
            <a:pPr marL="925224" lvl="1" indent="-285681">
              <a:buFont typeface="Arial" panose="020B0604020202020204" pitchFamily="34" charset="0"/>
              <a:buChar char="•"/>
            </a:pPr>
            <a:r>
              <a:rPr lang="en-GB" sz="1400" i="1" dirty="0"/>
              <a:t>What are they key messages?</a:t>
            </a:r>
          </a:p>
          <a:p>
            <a:pPr lvl="1"/>
            <a:endParaRPr lang="en-GB" sz="1400" i="1" dirty="0"/>
          </a:p>
          <a:p>
            <a:r>
              <a:rPr lang="en-GB" sz="1400" b="1" i="1" dirty="0"/>
              <a:t>Know your audience:</a:t>
            </a:r>
          </a:p>
          <a:p>
            <a:pPr marL="925224" lvl="1" indent="-285681">
              <a:buFont typeface="Arial" panose="020B0604020202020204" pitchFamily="34" charset="0"/>
              <a:buChar char="•"/>
            </a:pPr>
            <a:r>
              <a:rPr lang="en-GB" sz="1400" i="1" dirty="0"/>
              <a:t>Will they understand what you are trying to convey?</a:t>
            </a:r>
          </a:p>
          <a:p>
            <a:pPr marL="925224" lvl="1" indent="-285681">
              <a:buFont typeface="Arial" panose="020B0604020202020204" pitchFamily="34" charset="0"/>
              <a:buChar char="•"/>
            </a:pPr>
            <a:r>
              <a:rPr lang="en-GB" sz="1400" i="1" dirty="0"/>
              <a:t>Will it maintain their interest?</a:t>
            </a:r>
          </a:p>
          <a:p>
            <a:pPr marL="925224" lvl="1" indent="-285681">
              <a:buFont typeface="Arial" panose="020B0604020202020204" pitchFamily="34" charset="0"/>
              <a:buChar char="•"/>
            </a:pPr>
            <a:r>
              <a:rPr lang="en-GB" sz="1400" i="1" dirty="0"/>
              <a:t>Will it have impact  or encourage them to take notice?</a:t>
            </a:r>
            <a:endParaRPr lang="en-GB" sz="1400" b="1" i="1" dirty="0"/>
          </a:p>
          <a:p>
            <a:endParaRPr lang="en-GB" sz="1400" b="1" i="1" dirty="0"/>
          </a:p>
          <a:p>
            <a:r>
              <a:rPr lang="en-GB" sz="1400" b="1" i="1" dirty="0"/>
              <a:t>Defining the issue:</a:t>
            </a:r>
          </a:p>
          <a:p>
            <a:pPr marL="925224" lvl="1" indent="-285681">
              <a:buFont typeface="Arial" panose="020B0604020202020204" pitchFamily="34" charset="0"/>
              <a:buChar char="•"/>
            </a:pPr>
            <a:r>
              <a:rPr lang="en-GB" sz="1400" b="1" i="1" dirty="0"/>
              <a:t>Provide an introductory statement </a:t>
            </a:r>
            <a:r>
              <a:rPr lang="en-GB" sz="1400" b="1" i="1" u="sng" dirty="0"/>
              <a:t>clearly</a:t>
            </a:r>
            <a:r>
              <a:rPr lang="en-GB" sz="1400" b="1" i="1" dirty="0"/>
              <a:t> outlining the issue or problem</a:t>
            </a:r>
          </a:p>
          <a:p>
            <a:pPr marL="925224" lvl="1" indent="-285681">
              <a:buFont typeface="Arial" panose="020B0604020202020204" pitchFamily="34" charset="0"/>
              <a:buChar char="•"/>
            </a:pPr>
            <a:r>
              <a:rPr lang="en-GB" sz="1400" b="1" i="1" dirty="0"/>
              <a:t>Provide </a:t>
            </a:r>
            <a:r>
              <a:rPr lang="en-GB" sz="1400" b="1" i="1" u="sng" dirty="0"/>
              <a:t>relevant</a:t>
            </a:r>
            <a:r>
              <a:rPr lang="en-GB" sz="1400" b="1" i="1" dirty="0"/>
              <a:t> background</a:t>
            </a:r>
          </a:p>
          <a:p>
            <a:pPr marL="925224" lvl="1" indent="-285681">
              <a:buFont typeface="Arial" panose="020B0604020202020204" pitchFamily="34" charset="0"/>
              <a:buChar char="•"/>
            </a:pPr>
            <a:r>
              <a:rPr lang="en-GB" sz="1400" b="1" i="1" dirty="0"/>
              <a:t>Outline the actions used to solve the problem</a:t>
            </a:r>
          </a:p>
          <a:p>
            <a:pPr marL="925224" lvl="1" indent="-285681">
              <a:buFont typeface="Arial" panose="020B0604020202020204" pitchFamily="34" charset="0"/>
              <a:buChar char="•"/>
            </a:pPr>
            <a:endParaRPr lang="en-GB" sz="1400" b="1" i="1" dirty="0"/>
          </a:p>
          <a:p>
            <a:pPr marL="925224" lvl="1" indent="-285681">
              <a:buFont typeface="Arial" panose="020B0604020202020204" pitchFamily="34" charset="0"/>
              <a:buChar char="•"/>
            </a:pPr>
            <a:endParaRPr lang="en-GB" sz="1400" b="1" i="1" dirty="0"/>
          </a:p>
          <a:p>
            <a:pPr marL="925224" lvl="1" indent="-285681">
              <a:buFont typeface="Arial" panose="020B0604020202020204" pitchFamily="34" charset="0"/>
              <a:buChar char="•"/>
            </a:pPr>
            <a:endParaRPr lang="en-GB" sz="1400" b="1" i="1" dirty="0"/>
          </a:p>
        </p:txBody>
      </p:sp>
      <p:cxnSp>
        <p:nvCxnSpPr>
          <p:cNvPr id="23" name="Straight Connector 22"/>
          <p:cNvCxnSpPr/>
          <p:nvPr/>
        </p:nvCxnSpPr>
        <p:spPr>
          <a:xfrm>
            <a:off x="6634654" y="4608360"/>
            <a:ext cx="48965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bwMode="white">
          <a:xfrm>
            <a:off x="6109202" y="6845308"/>
            <a:ext cx="4536504" cy="2677599"/>
          </a:xfrm>
          <a:prstGeom prst="rect">
            <a:avLst/>
          </a:prstGeom>
          <a:noFill/>
        </p:spPr>
        <p:txBody>
          <a:bodyPr wrap="square" lIns="91361" tIns="45681" rIns="91361" bIns="45681" rtlCol="0">
            <a:spAutoFit/>
          </a:bodyPr>
          <a:lstStyle/>
          <a:p>
            <a:r>
              <a:rPr lang="en-GB" sz="1400" b="1" dirty="0">
                <a:solidFill>
                  <a:schemeClr val="bg1"/>
                </a:solidFill>
              </a:rPr>
              <a:t>Demonstrate the impact</a:t>
            </a:r>
            <a:r>
              <a:rPr lang="en-GB" sz="1400" dirty="0">
                <a:solidFill>
                  <a:schemeClr val="bg1"/>
                </a:solidFill>
              </a:rPr>
              <a:t>:</a:t>
            </a:r>
          </a:p>
          <a:p>
            <a:pPr marL="925224" lvl="1" indent="-285681">
              <a:buFont typeface="Arial" panose="020B0604020202020204" pitchFamily="34" charset="0"/>
              <a:buChar char="•"/>
            </a:pPr>
            <a:r>
              <a:rPr lang="en-GB" sz="1400" dirty="0">
                <a:solidFill>
                  <a:schemeClr val="bg1"/>
                </a:solidFill>
              </a:rPr>
              <a:t>Show  what change or improvement has been made </a:t>
            </a:r>
          </a:p>
          <a:p>
            <a:pPr marL="925224" lvl="1" indent="-285681">
              <a:buFont typeface="Arial" panose="020B0604020202020204" pitchFamily="34" charset="0"/>
              <a:buChar char="•"/>
            </a:pPr>
            <a:r>
              <a:rPr lang="en-GB" sz="1400" dirty="0">
                <a:solidFill>
                  <a:schemeClr val="bg1"/>
                </a:solidFill>
              </a:rPr>
              <a:t>State how you measured impact</a:t>
            </a:r>
          </a:p>
          <a:p>
            <a:pPr marL="925224" lvl="1" indent="-285681">
              <a:buFont typeface="Arial" panose="020B0604020202020204" pitchFamily="34" charset="0"/>
              <a:buChar char="•"/>
            </a:pPr>
            <a:r>
              <a:rPr lang="en-GB" sz="1400" dirty="0">
                <a:solidFill>
                  <a:schemeClr val="bg1"/>
                </a:solidFill>
              </a:rPr>
              <a:t>Specify the return on investment</a:t>
            </a:r>
          </a:p>
          <a:p>
            <a:pPr marL="925224" lvl="1" indent="-285681">
              <a:buFont typeface="Arial" panose="020B0604020202020204" pitchFamily="34" charset="0"/>
              <a:buChar char="•"/>
            </a:pPr>
            <a:r>
              <a:rPr lang="en-GB" sz="1400" i="1" dirty="0">
                <a:solidFill>
                  <a:schemeClr val="bg1"/>
                </a:solidFill>
              </a:rPr>
              <a:t>Provide data and clear evidence of improvement</a:t>
            </a:r>
          </a:p>
          <a:p>
            <a:pPr marL="925224" lvl="1" indent="-285681">
              <a:buFont typeface="Arial" panose="020B0604020202020204" pitchFamily="34" charset="0"/>
              <a:buChar char="•"/>
            </a:pPr>
            <a:r>
              <a:rPr lang="en-GB" sz="1400" i="1" dirty="0">
                <a:solidFill>
                  <a:schemeClr val="bg1"/>
                </a:solidFill>
              </a:rPr>
              <a:t>Show how this impacted on service users</a:t>
            </a:r>
          </a:p>
          <a:p>
            <a:pPr marL="925224" lvl="1" indent="-285681">
              <a:buFont typeface="Arial" panose="020B0604020202020204" pitchFamily="34" charset="0"/>
              <a:buChar char="•"/>
            </a:pPr>
            <a:r>
              <a:rPr lang="en-GB" sz="1400" i="1" dirty="0">
                <a:solidFill>
                  <a:schemeClr val="bg1"/>
                </a:solidFill>
              </a:rPr>
              <a:t>Bring the case study alive with a relevant  short quote or feedback</a:t>
            </a:r>
          </a:p>
          <a:p>
            <a:pPr marL="925224" lvl="1" indent="-285681">
              <a:buFont typeface="Arial" panose="020B0604020202020204" pitchFamily="34" charset="0"/>
              <a:buChar char="•"/>
            </a:pPr>
            <a:endParaRPr lang="en-GB" sz="1400" dirty="0">
              <a:solidFill>
                <a:schemeClr val="bg1"/>
              </a:solidFill>
            </a:endParaRPr>
          </a:p>
          <a:p>
            <a:endParaRPr lang="en-GB" sz="1400" dirty="0"/>
          </a:p>
        </p:txBody>
      </p:sp>
      <p:sp>
        <p:nvSpPr>
          <p:cNvPr id="26" name="Oval 25"/>
          <p:cNvSpPr/>
          <p:nvPr/>
        </p:nvSpPr>
        <p:spPr>
          <a:xfrm>
            <a:off x="10727730" y="7026728"/>
            <a:ext cx="1721742" cy="1721742"/>
          </a:xfrm>
          <a:prstGeom prst="ellipse">
            <a:avLst/>
          </a:prstGeom>
          <a:solidFill>
            <a:srgbClr val="822433"/>
          </a:solidFill>
          <a:ln w="76200">
            <a:solidFill>
              <a:schemeClr val="bg1"/>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r>
              <a:rPr lang="en-GB" sz="1500" b="1" dirty="0">
                <a:solidFill>
                  <a:schemeClr val="bg1"/>
                </a:solidFill>
              </a:rPr>
              <a:t>THE RESULTS</a:t>
            </a:r>
          </a:p>
        </p:txBody>
      </p:sp>
      <p:sp>
        <p:nvSpPr>
          <p:cNvPr id="17" name="Oval 16"/>
          <p:cNvSpPr/>
          <p:nvPr/>
        </p:nvSpPr>
        <p:spPr>
          <a:xfrm>
            <a:off x="5347653" y="2784376"/>
            <a:ext cx="1313514" cy="1313514"/>
          </a:xfrm>
          <a:prstGeom prst="ellipse">
            <a:avLst/>
          </a:prstGeom>
          <a:solidFill>
            <a:srgbClr val="00A551"/>
          </a:solidFill>
          <a:ln w="76200">
            <a:solidFill>
              <a:schemeClr val="bg1"/>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endParaRPr lang="en-GB" sz="2800" b="1" dirty="0"/>
          </a:p>
          <a:p>
            <a:pPr algn="ctr"/>
            <a:r>
              <a:rPr lang="en-GB" sz="1300" b="1" dirty="0">
                <a:solidFill>
                  <a:schemeClr val="bg1"/>
                </a:solidFill>
              </a:rPr>
              <a:t>GETTING STARTED</a:t>
            </a:r>
          </a:p>
          <a:p>
            <a:pPr algn="ctr"/>
            <a:endParaRPr lang="en-GB" dirty="0">
              <a:solidFill>
                <a:schemeClr val="bg1"/>
              </a:solidFill>
            </a:endParaRPr>
          </a:p>
        </p:txBody>
      </p:sp>
      <p:sp>
        <p:nvSpPr>
          <p:cNvPr id="21" name="Oval 20"/>
          <p:cNvSpPr/>
          <p:nvPr/>
        </p:nvSpPr>
        <p:spPr>
          <a:xfrm>
            <a:off x="5319986" y="4584121"/>
            <a:ext cx="1368847" cy="1368847"/>
          </a:xfrm>
          <a:prstGeom prst="ellipse">
            <a:avLst/>
          </a:prstGeom>
          <a:solidFill>
            <a:srgbClr val="00A551"/>
          </a:solidFill>
          <a:ln w="76200">
            <a:solidFill>
              <a:schemeClr val="bg1"/>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r>
              <a:rPr lang="en-GB" sz="1300" b="1" dirty="0">
                <a:solidFill>
                  <a:schemeClr val="bg1"/>
                </a:solidFill>
              </a:rPr>
              <a:t>TELLING YOUR STORY</a:t>
            </a:r>
            <a:endParaRPr lang="en-GB" sz="1300" dirty="0">
              <a:solidFill>
                <a:schemeClr val="bg1"/>
              </a:solidFill>
            </a:endParaRPr>
          </a:p>
        </p:txBody>
      </p:sp>
      <p:graphicFrame>
        <p:nvGraphicFramePr>
          <p:cNvPr id="4" name="Diagram 3"/>
          <p:cNvGraphicFramePr/>
          <p:nvPr>
            <p:extLst>
              <p:ext uri="{D42A27DB-BD31-4B8C-83A1-F6EECF244321}">
                <p14:modId xmlns:p14="http://schemas.microsoft.com/office/powerpoint/2010/main" val="1896937115"/>
              </p:ext>
            </p:extLst>
          </p:nvPr>
        </p:nvGraphicFramePr>
        <p:xfrm>
          <a:off x="467184" y="5717088"/>
          <a:ext cx="3682861" cy="32457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 name="Rounded Rectangle 21"/>
          <p:cNvSpPr/>
          <p:nvPr/>
        </p:nvSpPr>
        <p:spPr>
          <a:xfrm>
            <a:off x="496147" y="2099951"/>
            <a:ext cx="4032447" cy="1764547"/>
          </a:xfrm>
          <a:prstGeom prst="roundRect">
            <a:avLst/>
          </a:prstGeom>
          <a:ln w="76200">
            <a:solidFill>
              <a:srgbClr val="C51A4A"/>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spcAft>
                <a:spcPts val="99"/>
              </a:spcAft>
            </a:pPr>
            <a:r>
              <a:rPr lang="en-GB" sz="1500" dirty="0"/>
              <a:t>Case studies provide an opportunity to show case good or promising practice. They are frequently used to describe a problem or issue, which logically and step by step has been addressed to show impact or improvement</a:t>
            </a:r>
          </a:p>
          <a:p>
            <a:pPr marL="176065" indent="-176065">
              <a:spcAft>
                <a:spcPts val="99"/>
              </a:spcAft>
              <a:buFont typeface="Arial" panose="020B0604020202020204" pitchFamily="34" charset="0"/>
              <a:buChar char="•"/>
            </a:pPr>
            <a:endParaRPr lang="en-GB" sz="1000" dirty="0"/>
          </a:p>
        </p:txBody>
      </p:sp>
      <p:sp>
        <p:nvSpPr>
          <p:cNvPr id="29" name="Oval 28"/>
          <p:cNvSpPr/>
          <p:nvPr/>
        </p:nvSpPr>
        <p:spPr>
          <a:xfrm>
            <a:off x="5801935" y="8135577"/>
            <a:ext cx="900101" cy="864095"/>
          </a:xfrm>
          <a:prstGeom prst="ellipse">
            <a:avLst/>
          </a:prstGeom>
          <a:noFill/>
          <a:ln w="76200">
            <a:solidFill>
              <a:srgbClr val="EAAB00"/>
            </a:solidFill>
            <a:prstDash val="solid"/>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endParaRPr lang="en-GB" sz="2800" b="1" dirty="0"/>
          </a:p>
          <a:p>
            <a:pPr algn="ctr">
              <a:spcBef>
                <a:spcPct val="0"/>
              </a:spcBef>
              <a:defRPr/>
            </a:pPr>
            <a:endParaRPr lang="en-GB" sz="8800" b="1" dirty="0">
              <a:solidFill>
                <a:schemeClr val="bg1"/>
              </a:solidFill>
            </a:endParaRPr>
          </a:p>
          <a:p>
            <a:pPr algn="ctr"/>
            <a:endParaRPr lang="en-GB" dirty="0">
              <a:solidFill>
                <a:schemeClr val="bg1"/>
              </a:solidFill>
            </a:endParaRPr>
          </a:p>
        </p:txBody>
      </p:sp>
      <p:sp>
        <p:nvSpPr>
          <p:cNvPr id="30" name="Oval 29"/>
          <p:cNvSpPr/>
          <p:nvPr/>
        </p:nvSpPr>
        <p:spPr>
          <a:xfrm>
            <a:off x="5911576" y="8261173"/>
            <a:ext cx="680819" cy="612895"/>
          </a:xfrm>
          <a:prstGeom prst="ellipse">
            <a:avLst/>
          </a:prstGeom>
          <a:solidFill>
            <a:srgbClr val="EAAB00"/>
          </a:solidFill>
          <a:ln w="76200">
            <a:noFill/>
            <a:prstDash val="sysDash"/>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endParaRPr lang="en-GB" sz="2800" b="1" dirty="0"/>
          </a:p>
          <a:p>
            <a:pPr algn="ctr">
              <a:spcBef>
                <a:spcPct val="0"/>
              </a:spcBef>
              <a:defRPr/>
            </a:pPr>
            <a:r>
              <a:rPr lang="en-GB" sz="4800" b="1" dirty="0">
                <a:solidFill>
                  <a:schemeClr val="bg1"/>
                </a:solidFill>
              </a:rPr>
              <a:t>£</a:t>
            </a:r>
            <a:endParaRPr lang="en-GB" sz="5500" b="1" dirty="0">
              <a:solidFill>
                <a:schemeClr val="bg1"/>
              </a:solidFill>
            </a:endParaRPr>
          </a:p>
          <a:p>
            <a:pPr algn="ctr"/>
            <a:endParaRPr lang="en-GB" dirty="0">
              <a:solidFill>
                <a:schemeClr val="bg1"/>
              </a:solidFill>
            </a:endParaRPr>
          </a:p>
        </p:txBody>
      </p:sp>
      <p:pic>
        <p:nvPicPr>
          <p:cNvPr id="31" name="B2533FA5-2494-4EA3-BDC6-DB6BAC027397" descr="B2533FA5-2494-4EA3-BDC6-DB6BAC027397"/>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929580" y="3966265"/>
            <a:ext cx="1101624" cy="1662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Rounded Rectangle 31"/>
          <p:cNvSpPr/>
          <p:nvPr/>
        </p:nvSpPr>
        <p:spPr>
          <a:xfrm>
            <a:off x="784179" y="4351301"/>
            <a:ext cx="3384375" cy="1293466"/>
          </a:xfrm>
          <a:prstGeom prst="roundRect">
            <a:avLst/>
          </a:prstGeom>
          <a:solidFill>
            <a:srgbClr val="00B050"/>
          </a:solidFill>
          <a:ln w="76200">
            <a:solidFill>
              <a:schemeClr val="bg1"/>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spcAft>
                <a:spcPts val="99"/>
              </a:spcAft>
            </a:pPr>
            <a:r>
              <a:rPr lang="en-GB" sz="1500" dirty="0">
                <a:solidFill>
                  <a:schemeClr val="bg1"/>
                </a:solidFill>
              </a:rPr>
              <a:t>A well written case study will be informative, maintain interest and prompt action or further inquiry so remember the 4 core principles.</a:t>
            </a:r>
          </a:p>
          <a:p>
            <a:pPr marL="176065" indent="-176065">
              <a:spcAft>
                <a:spcPts val="99"/>
              </a:spcAft>
              <a:buFont typeface="Arial" panose="020B0604020202020204" pitchFamily="34" charset="0"/>
              <a:buChar char="•"/>
            </a:pPr>
            <a:endParaRPr lang="en-GB" sz="1000" dirty="0"/>
          </a:p>
        </p:txBody>
      </p:sp>
      <p:sp>
        <p:nvSpPr>
          <p:cNvPr id="25" name="Oval 24"/>
          <p:cNvSpPr/>
          <p:nvPr/>
        </p:nvSpPr>
        <p:spPr>
          <a:xfrm>
            <a:off x="5734718" y="7256328"/>
            <a:ext cx="900101" cy="864095"/>
          </a:xfrm>
          <a:prstGeom prst="ellipse">
            <a:avLst/>
          </a:prstGeom>
          <a:noFill/>
          <a:ln w="76200">
            <a:solidFill>
              <a:srgbClr val="EAAB00"/>
            </a:solidFill>
            <a:prstDash val="solid"/>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endParaRPr lang="en-GB" sz="2800" b="1" dirty="0"/>
          </a:p>
          <a:p>
            <a:pPr algn="ctr">
              <a:spcBef>
                <a:spcPct val="0"/>
              </a:spcBef>
              <a:defRPr/>
            </a:pPr>
            <a:endParaRPr lang="en-GB" sz="8800" b="1" dirty="0">
              <a:solidFill>
                <a:schemeClr val="bg1"/>
              </a:solidFill>
            </a:endParaRPr>
          </a:p>
          <a:p>
            <a:pPr algn="ctr"/>
            <a:endParaRPr lang="en-GB" dirty="0">
              <a:solidFill>
                <a:schemeClr val="bg1"/>
              </a:solidFill>
            </a:endParaRPr>
          </a:p>
        </p:txBody>
      </p:sp>
      <p:pic>
        <p:nvPicPr>
          <p:cNvPr id="1027" name="Picture 3" descr="C:\Users\Wendy.Nicholson\AppData\Local\Microsoft\Windows\Temporary Internet Files\Content.Outlook\6W1UQHVQ\Inspiration.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864299" y="6931609"/>
            <a:ext cx="902593" cy="9025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Wendy.Nicholson\AppData\Local\Microsoft\Windows\Temporary Internet Files\Content.Outlook\6W1UQHVQ\Writing.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631525" y="2423037"/>
            <a:ext cx="722681" cy="722681"/>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Wendy.Nicholson\AppData\Local\Microsoft\Windows\Temporary Internet Files\Content.Outlook\6W1UQHVQ\Smiley.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858358" y="7345995"/>
            <a:ext cx="684758" cy="684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7707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a:xfrm>
            <a:off x="784177" y="336105"/>
            <a:ext cx="11089240" cy="432048"/>
          </a:xfrm>
        </p:spPr>
        <p:txBody>
          <a:bodyPr>
            <a:normAutofit/>
          </a:bodyPr>
          <a:lstStyle/>
          <a:p>
            <a:r>
              <a:rPr lang="en-GB" sz="2800" dirty="0">
                <a:solidFill>
                  <a:srgbClr val="00B092"/>
                </a:solidFill>
              </a:rPr>
              <a:t>Case study template </a:t>
            </a:r>
          </a:p>
        </p:txBody>
      </p:sp>
      <p:sp>
        <p:nvSpPr>
          <p:cNvPr id="2054" name="Rectangle 6"/>
          <p:cNvSpPr>
            <a:spLocks noChangeArrowheads="1"/>
          </p:cNvSpPr>
          <p:nvPr/>
        </p:nvSpPr>
        <p:spPr bwMode="auto">
          <a:xfrm>
            <a:off x="12" y="-94560"/>
            <a:ext cx="184731" cy="646331"/>
          </a:xfrm>
          <a:prstGeom prst="rect">
            <a:avLst/>
          </a:prstGeom>
          <a:noFill/>
          <a:ln w="9525">
            <a:noFill/>
            <a:miter lim="800000"/>
            <a:headEnd/>
            <a:tailEnd/>
          </a:ln>
          <a:effectLst/>
        </p:spPr>
        <p:txBody>
          <a:bodyPr vert="horz" wrap="none" lIns="91361" tIns="45681" rIns="91361" bIns="45681" numCol="1" anchor="ctr" anchorCtr="0" compatLnSpc="1">
            <a:prstTxWarp prst="textNoShape">
              <a:avLst/>
            </a:prstTxWarp>
            <a:spAutoFit/>
          </a:bodyPr>
          <a:lstStyle/>
          <a:p>
            <a:pPr defTabSz="913632" eaLnBrk="0" fontAlgn="base" hangingPunct="0">
              <a:spcBef>
                <a:spcPct val="0"/>
              </a:spcBef>
              <a:spcAft>
                <a:spcPct val="0"/>
              </a:spcAft>
            </a:pPr>
            <a:r>
              <a:rPr lang="en-GB" sz="1800" dirty="0">
                <a:latin typeface="Arial" pitchFamily="34" charset="0"/>
                <a:cs typeface="Arial" pitchFamily="34" charset="0"/>
              </a:rPr>
              <a:t/>
            </a:r>
            <a:br>
              <a:rPr lang="en-GB" sz="1800" dirty="0">
                <a:latin typeface="Arial" pitchFamily="34" charset="0"/>
                <a:cs typeface="Arial" pitchFamily="34" charset="0"/>
              </a:rPr>
            </a:br>
            <a:endParaRPr lang="en-GB" sz="1800" dirty="0">
              <a:latin typeface="Arial" pitchFamily="34" charset="0"/>
              <a:cs typeface="Arial" pitchFamily="34" charset="0"/>
            </a:endParaRPr>
          </a:p>
        </p:txBody>
      </p:sp>
      <p:cxnSp>
        <p:nvCxnSpPr>
          <p:cNvPr id="5" name="Straight Connector 4"/>
          <p:cNvCxnSpPr/>
          <p:nvPr/>
        </p:nvCxnSpPr>
        <p:spPr>
          <a:xfrm>
            <a:off x="496144" y="768152"/>
            <a:ext cx="11161240" cy="0"/>
          </a:xfrm>
          <a:prstGeom prst="line">
            <a:avLst/>
          </a:prstGeom>
          <a:ln w="19050">
            <a:solidFill>
              <a:srgbClr val="00AE9E"/>
            </a:solidFill>
          </a:ln>
        </p:spPr>
        <p:style>
          <a:lnRef idx="1">
            <a:schemeClr val="accent5"/>
          </a:lnRef>
          <a:fillRef idx="0">
            <a:schemeClr val="accent5"/>
          </a:fillRef>
          <a:effectRef idx="0">
            <a:schemeClr val="accent5"/>
          </a:effectRef>
          <a:fontRef idx="minor">
            <a:schemeClr val="tx1"/>
          </a:fontRef>
        </p:style>
      </p:cxnSp>
      <p:sp>
        <p:nvSpPr>
          <p:cNvPr id="8" name="TextBox 7"/>
          <p:cNvSpPr txBox="1"/>
          <p:nvPr/>
        </p:nvSpPr>
        <p:spPr>
          <a:xfrm>
            <a:off x="496144" y="8971124"/>
            <a:ext cx="576064" cy="292376"/>
          </a:xfrm>
          <a:prstGeom prst="rect">
            <a:avLst/>
          </a:prstGeom>
          <a:noFill/>
        </p:spPr>
        <p:txBody>
          <a:bodyPr wrap="square" lIns="91361" tIns="45681" rIns="91361" bIns="45681" rtlCol="0">
            <a:spAutoFit/>
          </a:bodyPr>
          <a:lstStyle/>
          <a:p>
            <a:pPr algn="ctr"/>
            <a:endParaRPr lang="en-GB" sz="1300" dirty="0"/>
          </a:p>
        </p:txBody>
      </p:sp>
      <p:graphicFrame>
        <p:nvGraphicFramePr>
          <p:cNvPr id="3" name="Table 2"/>
          <p:cNvGraphicFramePr>
            <a:graphicFrameLocks noGrp="1"/>
          </p:cNvGraphicFramePr>
          <p:nvPr>
            <p:extLst>
              <p:ext uri="{D42A27DB-BD31-4B8C-83A1-F6EECF244321}">
                <p14:modId xmlns:p14="http://schemas.microsoft.com/office/powerpoint/2010/main" val="4134794115"/>
              </p:ext>
            </p:extLst>
          </p:nvPr>
        </p:nvGraphicFramePr>
        <p:xfrm>
          <a:off x="1612268" y="840161"/>
          <a:ext cx="9505057" cy="8523476"/>
        </p:xfrm>
        <a:graphic>
          <a:graphicData uri="http://schemas.openxmlformats.org/drawingml/2006/table">
            <a:tbl>
              <a:tblPr firstRow="1" bandRow="1">
                <a:tableStyleId>{85BE263C-DBD7-4A20-BB59-AAB30ACAA65A}</a:tableStyleId>
              </a:tblPr>
              <a:tblGrid>
                <a:gridCol w="3393008"/>
                <a:gridCol w="6112049"/>
              </a:tblGrid>
              <a:tr h="864095">
                <a:tc>
                  <a:txBody>
                    <a:bodyPr/>
                    <a:lstStyle/>
                    <a:p>
                      <a:r>
                        <a:rPr lang="en-GB" sz="2400" dirty="0" smtClean="0">
                          <a:solidFill>
                            <a:schemeClr val="tx1"/>
                          </a:solidFill>
                        </a:rPr>
                        <a:t>Title</a:t>
                      </a:r>
                    </a:p>
                    <a:p>
                      <a:r>
                        <a:rPr lang="en-GB" sz="1200" b="0" dirty="0" smtClean="0">
                          <a:solidFill>
                            <a:schemeClr val="tx1"/>
                          </a:solidFill>
                        </a:rPr>
                        <a:t>(Word count 65 max)</a:t>
                      </a:r>
                      <a:endParaRPr lang="en-GB" sz="1200" b="0" dirty="0">
                        <a:solidFill>
                          <a:schemeClr val="tx1"/>
                        </a:solidFill>
                      </a:endParaRPr>
                    </a:p>
                  </a:txBody>
                  <a:tcPr/>
                </a:tc>
                <a:tc>
                  <a:txBody>
                    <a:bodyPr/>
                    <a:lstStyle/>
                    <a:p>
                      <a:pPr marL="0" lvl="0" indent="0">
                        <a:buFont typeface="Arial" panose="020B0604020202020204" pitchFamily="34" charset="0"/>
                        <a:buNone/>
                      </a:pPr>
                      <a:r>
                        <a:rPr lang="en-GB" sz="2000" dirty="0" smtClean="0">
                          <a:solidFill>
                            <a:schemeClr val="tx1"/>
                          </a:solidFill>
                        </a:rPr>
                        <a:t>Include</a:t>
                      </a:r>
                      <a:r>
                        <a:rPr lang="en-GB" sz="2000" baseline="0" dirty="0" smtClean="0">
                          <a:solidFill>
                            <a:schemeClr val="tx1"/>
                          </a:solidFill>
                        </a:rPr>
                        <a:t> a short descriptive title which reflects the example and will capture the readers interest</a:t>
                      </a:r>
                      <a:endParaRPr lang="en-GB" sz="2000" dirty="0" smtClean="0">
                        <a:solidFill>
                          <a:schemeClr val="tx1"/>
                        </a:solidFill>
                      </a:endParaRPr>
                    </a:p>
                  </a:txBody>
                  <a:tcPr/>
                </a:tc>
              </a:tr>
              <a:tr h="1310639">
                <a:tc>
                  <a:txBody>
                    <a:bodyPr/>
                    <a:lstStyle/>
                    <a:p>
                      <a:r>
                        <a:rPr lang="en-GB" sz="2000" b="1" dirty="0" smtClean="0">
                          <a:solidFill>
                            <a:schemeClr val="tx1"/>
                          </a:solidFill>
                        </a:rPr>
                        <a:t>Background</a:t>
                      </a:r>
                    </a:p>
                    <a:p>
                      <a:r>
                        <a:rPr lang="en-GB" sz="1200" b="0" dirty="0" smtClean="0">
                          <a:solidFill>
                            <a:schemeClr val="tx1"/>
                          </a:solidFill>
                        </a:rPr>
                        <a:t>(Word count 250 Max)</a:t>
                      </a:r>
                    </a:p>
                    <a:p>
                      <a:endParaRPr lang="en-GB" sz="2000" b="1" dirty="0">
                        <a:solidFill>
                          <a:schemeClr val="tx1"/>
                        </a:solidFill>
                      </a:endParaRPr>
                    </a:p>
                  </a:txBody>
                  <a:tcPr/>
                </a:tc>
                <a:tc>
                  <a:txBody>
                    <a:bodyPr/>
                    <a:lstStyle/>
                    <a:p>
                      <a:r>
                        <a:rPr lang="en-GB" sz="2000" dirty="0" smtClean="0"/>
                        <a:t>Include a </a:t>
                      </a:r>
                      <a:r>
                        <a:rPr lang="en-GB" sz="2000" u="sng" dirty="0" smtClean="0"/>
                        <a:t>short focussed </a:t>
                      </a:r>
                      <a:r>
                        <a:rPr lang="en-GB" sz="2000" dirty="0" smtClean="0"/>
                        <a:t>summary;</a:t>
                      </a:r>
                    </a:p>
                    <a:p>
                      <a:pPr marL="982595" lvl="1" indent="-342900">
                        <a:buFont typeface="Arial" panose="020B0604020202020204" pitchFamily="34" charset="0"/>
                        <a:buChar char="•"/>
                      </a:pPr>
                      <a:r>
                        <a:rPr lang="en-GB" sz="2000" dirty="0" smtClean="0"/>
                        <a:t>What</a:t>
                      </a:r>
                      <a:r>
                        <a:rPr lang="en-GB" sz="2000" baseline="0" dirty="0" smtClean="0"/>
                        <a:t> was the issue or starting point?</a:t>
                      </a:r>
                    </a:p>
                    <a:p>
                      <a:pPr marL="982595" lvl="1" indent="-342900">
                        <a:buFont typeface="Arial" panose="020B0604020202020204" pitchFamily="34" charset="0"/>
                        <a:buChar char="•"/>
                      </a:pPr>
                      <a:r>
                        <a:rPr lang="en-GB" sz="2000" baseline="0" dirty="0" smtClean="0"/>
                        <a:t>What  did you want to achieve?</a:t>
                      </a:r>
                    </a:p>
                    <a:p>
                      <a:pPr marL="982595" lvl="1" indent="-342900">
                        <a:buFont typeface="Arial" panose="020B0604020202020204" pitchFamily="34" charset="0"/>
                        <a:buChar char="•"/>
                      </a:pPr>
                      <a:r>
                        <a:rPr lang="en-GB" sz="2000" baseline="0" dirty="0" smtClean="0"/>
                        <a:t>How was this supported?</a:t>
                      </a:r>
                      <a:endParaRPr lang="en-GB" sz="2000" dirty="0" smtClean="0"/>
                    </a:p>
                  </a:txBody>
                  <a:tcPr/>
                </a:tc>
              </a:tr>
              <a:tr h="1310639">
                <a:tc>
                  <a:txBody>
                    <a:bodyPr/>
                    <a:lstStyle/>
                    <a:p>
                      <a:r>
                        <a:rPr lang="en-GB" sz="2000" b="1" dirty="0" smtClean="0"/>
                        <a:t>Practice development</a:t>
                      </a:r>
                    </a:p>
                    <a:p>
                      <a:r>
                        <a:rPr lang="en-GB" sz="1100" b="1" dirty="0" smtClean="0"/>
                        <a:t>(Word count 300 Max)</a:t>
                      </a:r>
                    </a:p>
                    <a:p>
                      <a:endParaRPr lang="en-GB" sz="2000" b="1" dirty="0" smtClean="0"/>
                    </a:p>
                    <a:p>
                      <a:endParaRPr lang="en-GB" sz="2000" b="1" dirty="0" smtClean="0"/>
                    </a:p>
                    <a:p>
                      <a:endParaRPr lang="en-GB" sz="2000" b="1" dirty="0"/>
                    </a:p>
                  </a:txBody>
                  <a:tcPr/>
                </a:tc>
                <a:tc>
                  <a:txBody>
                    <a:bodyPr/>
                    <a:lstStyle/>
                    <a:p>
                      <a:r>
                        <a:rPr lang="en-GB" sz="2000" dirty="0" smtClean="0"/>
                        <a:t>Provide</a:t>
                      </a:r>
                      <a:r>
                        <a:rPr lang="en-GB" sz="2000" baseline="0" dirty="0" smtClean="0"/>
                        <a:t> </a:t>
                      </a:r>
                      <a:r>
                        <a:rPr lang="en-GB" sz="2000" u="sng" baseline="0" dirty="0" smtClean="0"/>
                        <a:t>a concise overview </a:t>
                      </a:r>
                      <a:r>
                        <a:rPr lang="en-GB" sz="2000" baseline="0" dirty="0" smtClean="0"/>
                        <a:t>of the development;</a:t>
                      </a:r>
                    </a:p>
                    <a:p>
                      <a:pPr marL="982595" lvl="1" indent="-342900">
                        <a:buFont typeface="Arial" panose="020B0604020202020204" pitchFamily="34" charset="0"/>
                        <a:buChar char="•"/>
                      </a:pPr>
                      <a:r>
                        <a:rPr lang="en-GB" sz="2000" dirty="0" smtClean="0"/>
                        <a:t>Include </a:t>
                      </a:r>
                      <a:r>
                        <a:rPr lang="en-GB" sz="2000" baseline="0" dirty="0" smtClean="0"/>
                        <a:t> details of the process and steps taken as part of the development</a:t>
                      </a:r>
                    </a:p>
                    <a:p>
                      <a:pPr marL="982595" lvl="1" indent="-342900">
                        <a:buFont typeface="Arial" panose="020B0604020202020204" pitchFamily="34" charset="0"/>
                        <a:buChar char="•"/>
                      </a:pPr>
                      <a:r>
                        <a:rPr lang="en-GB" sz="2000" baseline="0" dirty="0" smtClean="0"/>
                        <a:t>Describe the changes and interventions</a:t>
                      </a:r>
                      <a:endParaRPr lang="en-GB" sz="2000" dirty="0" smtClean="0"/>
                    </a:p>
                  </a:txBody>
                  <a:tcPr/>
                </a:tc>
              </a:tr>
              <a:tr h="2876822">
                <a:tc>
                  <a:txBody>
                    <a:bodyPr/>
                    <a:lstStyle/>
                    <a:p>
                      <a:r>
                        <a:rPr lang="en-GB" sz="2000" b="1" dirty="0" smtClean="0"/>
                        <a:t>Measuring impact</a:t>
                      </a:r>
                    </a:p>
                    <a:p>
                      <a:r>
                        <a:rPr lang="en-GB" sz="1050" b="1" dirty="0" smtClean="0"/>
                        <a:t>(Word count 300 Max)</a:t>
                      </a:r>
                    </a:p>
                    <a:p>
                      <a:endParaRPr lang="en-GB" sz="2000" b="1" dirty="0" smtClean="0"/>
                    </a:p>
                    <a:p>
                      <a:endParaRPr lang="en-GB" sz="2000" b="1" dirty="0"/>
                    </a:p>
                  </a:txBody>
                  <a:tcPr/>
                </a:tc>
                <a:tc>
                  <a:txBody>
                    <a:bodyPr/>
                    <a:lstStyle/>
                    <a:p>
                      <a:pPr marL="0" marR="0" lvl="0" indent="0" algn="l" defTabSz="127939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1" i="0" u="none" strike="noStrike" kern="1200" cap="none" spc="0" normalizeH="0" baseline="0" noProof="0" dirty="0" smtClean="0">
                          <a:ln>
                            <a:noFill/>
                          </a:ln>
                          <a:solidFill>
                            <a:prstClr val="black"/>
                          </a:solidFill>
                          <a:effectLst/>
                          <a:uLnTx/>
                          <a:uFillTx/>
                          <a:latin typeface="+mn-lt"/>
                          <a:ea typeface="+mn-ea"/>
                          <a:cs typeface="+mn-cs"/>
                        </a:rPr>
                        <a:t>Describe the short and long term improvement </a:t>
                      </a:r>
                    </a:p>
                    <a:p>
                      <a:pPr marL="925445" marR="0" lvl="1" indent="-285750" algn="l" defTabSz="12793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smtClean="0">
                          <a:ln>
                            <a:noFill/>
                          </a:ln>
                          <a:solidFill>
                            <a:prstClr val="black"/>
                          </a:solidFill>
                          <a:effectLst/>
                          <a:uLnTx/>
                          <a:uFillTx/>
                          <a:latin typeface="+mn-lt"/>
                          <a:ea typeface="+mn-ea"/>
                          <a:cs typeface="+mn-cs"/>
                        </a:rPr>
                        <a:t>for the individual</a:t>
                      </a:r>
                    </a:p>
                    <a:p>
                      <a:pPr marL="925445" marR="0" lvl="1" indent="-285750" algn="l" defTabSz="12793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smtClean="0">
                          <a:ln>
                            <a:noFill/>
                          </a:ln>
                          <a:solidFill>
                            <a:prstClr val="black"/>
                          </a:solidFill>
                          <a:effectLst/>
                          <a:uLnTx/>
                          <a:uFillTx/>
                          <a:latin typeface="+mn-lt"/>
                          <a:ea typeface="+mn-ea"/>
                          <a:cs typeface="+mn-cs"/>
                        </a:rPr>
                        <a:t>for the service provision</a:t>
                      </a:r>
                      <a:endParaRPr kumimoji="0" lang="en-GB" sz="1800" b="0" i="0" u="none" strike="noStrike" kern="1200" cap="none" spc="0" normalizeH="0" baseline="0" noProof="0" dirty="0" smtClean="0">
                        <a:ln>
                          <a:noFill/>
                        </a:ln>
                        <a:solidFill>
                          <a:prstClr val="black"/>
                        </a:solidFill>
                        <a:effectLst/>
                        <a:uLnTx/>
                        <a:uFillTx/>
                        <a:latin typeface="+mn-lt"/>
                        <a:ea typeface="+mn-ea"/>
                        <a:cs typeface="+mn-cs"/>
                      </a:endParaRPr>
                    </a:p>
                    <a:p>
                      <a:pPr marL="0" marR="0" lvl="0" indent="0" algn="l" defTabSz="127939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smtClean="0">
                          <a:ln>
                            <a:noFill/>
                          </a:ln>
                          <a:solidFill>
                            <a:prstClr val="black"/>
                          </a:solidFill>
                          <a:effectLst/>
                          <a:uLnTx/>
                          <a:uFillTx/>
                          <a:latin typeface="+mn-lt"/>
                          <a:ea typeface="+mn-ea"/>
                          <a:cs typeface="+mn-cs"/>
                        </a:rPr>
                        <a:t>Include:</a:t>
                      </a:r>
                    </a:p>
                    <a:p>
                      <a:pPr marL="925445" marR="0" lvl="1" indent="-285750" algn="l" defTabSz="12793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smtClean="0">
                          <a:ln>
                            <a:noFill/>
                          </a:ln>
                          <a:solidFill>
                            <a:prstClr val="black"/>
                          </a:solidFill>
                          <a:effectLst/>
                          <a:uLnTx/>
                          <a:uFillTx/>
                          <a:latin typeface="+mn-lt"/>
                          <a:ea typeface="+mn-ea"/>
                          <a:cs typeface="+mn-cs"/>
                        </a:rPr>
                        <a:t>Any feedback received</a:t>
                      </a:r>
                    </a:p>
                    <a:p>
                      <a:pPr marL="925445" marR="0" lvl="1" indent="-285750" algn="l" defTabSz="12793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smtClean="0">
                          <a:ln>
                            <a:noFill/>
                          </a:ln>
                          <a:solidFill>
                            <a:prstClr val="black"/>
                          </a:solidFill>
                          <a:effectLst/>
                          <a:uLnTx/>
                          <a:uFillTx/>
                          <a:latin typeface="+mn-lt"/>
                          <a:ea typeface="+mn-ea"/>
                          <a:cs typeface="+mn-cs"/>
                        </a:rPr>
                        <a:t>Improvements  which were secured for the parents / family</a:t>
                      </a:r>
                    </a:p>
                    <a:p>
                      <a:pPr marL="925445" marR="0" lvl="1" indent="-285750" algn="l" defTabSz="12793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smtClean="0">
                          <a:ln>
                            <a:noFill/>
                          </a:ln>
                          <a:solidFill>
                            <a:prstClr val="black"/>
                          </a:solidFill>
                          <a:effectLst/>
                          <a:uLnTx/>
                          <a:uFillTx/>
                          <a:latin typeface="+mn-lt"/>
                          <a:ea typeface="+mn-ea"/>
                          <a:cs typeface="+mn-cs"/>
                        </a:rPr>
                        <a:t>Information about return on investment (ROI) or value for money</a:t>
                      </a:r>
                    </a:p>
                    <a:p>
                      <a:pPr marL="925445" marR="0" lvl="1" indent="-285750" algn="l" defTabSz="12793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smtClean="0">
                          <a:ln>
                            <a:noFill/>
                          </a:ln>
                          <a:solidFill>
                            <a:prstClr val="black"/>
                          </a:solidFill>
                          <a:effectLst/>
                          <a:uLnTx/>
                          <a:uFillTx/>
                          <a:latin typeface="+mn-lt"/>
                          <a:ea typeface="+mn-ea"/>
                          <a:cs typeface="+mn-cs"/>
                        </a:rPr>
                        <a:t>Any numeric data – e.g. survey results</a:t>
                      </a:r>
                      <a:endParaRPr kumimoji="0" lang="en-GB" sz="1800" b="0" i="0" u="none" strike="noStrike" kern="1200" cap="none" spc="0" normalizeH="0" baseline="0" noProof="0" dirty="0" smtClean="0">
                        <a:ln>
                          <a:noFill/>
                        </a:ln>
                        <a:solidFill>
                          <a:prstClr val="black"/>
                        </a:solidFill>
                        <a:effectLst/>
                        <a:uLnTx/>
                        <a:uFillTx/>
                        <a:latin typeface="+mn-lt"/>
                        <a:ea typeface="+mn-ea"/>
                        <a:cs typeface="+mn-cs"/>
                      </a:endParaRPr>
                    </a:p>
                  </a:txBody>
                  <a:tcPr/>
                </a:tc>
              </a:tr>
              <a:tr h="1312850">
                <a:tc>
                  <a:txBody>
                    <a:bodyPr/>
                    <a:lstStyle/>
                    <a:p>
                      <a:r>
                        <a:rPr lang="en-GB" sz="2000" b="1" dirty="0" smtClean="0"/>
                        <a:t>Learning </a:t>
                      </a:r>
                    </a:p>
                    <a:p>
                      <a:r>
                        <a:rPr lang="en-GB" sz="1050" b="1" dirty="0" smtClean="0"/>
                        <a:t>(Word count 500 Max)</a:t>
                      </a:r>
                    </a:p>
                    <a:p>
                      <a:endParaRPr lang="en-GB" sz="2000" b="1" dirty="0"/>
                    </a:p>
                  </a:txBody>
                  <a:tcPr/>
                </a:tc>
                <a:tc>
                  <a:txBody>
                    <a:bodyPr/>
                    <a:lstStyle/>
                    <a:p>
                      <a:pPr marL="0" lvl="0" indent="0">
                        <a:buFont typeface="Arial" panose="020B0604020202020204" pitchFamily="34" charset="0"/>
                        <a:buNone/>
                      </a:pPr>
                      <a:r>
                        <a:rPr lang="en-GB" sz="2000" dirty="0" smtClean="0"/>
                        <a:t>Provide</a:t>
                      </a:r>
                      <a:r>
                        <a:rPr lang="en-GB" sz="2000" baseline="0" dirty="0" smtClean="0"/>
                        <a:t> </a:t>
                      </a:r>
                      <a:r>
                        <a:rPr lang="en-GB" sz="2000" u="sng" baseline="0" dirty="0" smtClean="0"/>
                        <a:t>key areas </a:t>
                      </a:r>
                      <a:r>
                        <a:rPr lang="en-GB" sz="2000" baseline="0" dirty="0" smtClean="0"/>
                        <a:t>of:</a:t>
                      </a:r>
                      <a:endParaRPr lang="en-GB" sz="2000" dirty="0" smtClean="0"/>
                    </a:p>
                    <a:p>
                      <a:pPr marL="982595" lvl="1" indent="-342900">
                        <a:buFont typeface="Arial" panose="020B0604020202020204" pitchFamily="34" charset="0"/>
                        <a:buChar char="•"/>
                      </a:pPr>
                      <a:r>
                        <a:rPr lang="en-GB" sz="2000" dirty="0" smtClean="0"/>
                        <a:t>Learning</a:t>
                      </a:r>
                      <a:r>
                        <a:rPr lang="en-GB" sz="2000" baseline="0" dirty="0" smtClean="0"/>
                        <a:t> and what worked</a:t>
                      </a:r>
                    </a:p>
                    <a:p>
                      <a:pPr marL="982595" lvl="1" indent="-342900">
                        <a:buFont typeface="Arial" panose="020B0604020202020204" pitchFamily="34" charset="0"/>
                        <a:buChar char="•"/>
                      </a:pPr>
                      <a:r>
                        <a:rPr lang="en-GB" sz="2000" baseline="0" dirty="0" smtClean="0"/>
                        <a:t>Things you might do differently</a:t>
                      </a:r>
                      <a:endParaRPr lang="en-GB" sz="2000" dirty="0" smtClean="0"/>
                    </a:p>
                  </a:txBody>
                  <a:tcPr/>
                </a:tc>
              </a:tr>
              <a:tr h="680789">
                <a:tc>
                  <a:txBody>
                    <a:bodyPr/>
                    <a:lstStyle/>
                    <a:p>
                      <a:r>
                        <a:rPr lang="en-GB" sz="2000" b="1" dirty="0" smtClean="0"/>
                        <a:t>References</a:t>
                      </a:r>
                      <a:endParaRPr lang="en-GB" sz="2000" b="1" dirty="0"/>
                    </a:p>
                  </a:txBody>
                  <a:tcPr/>
                </a:tc>
                <a:tc>
                  <a:txBody>
                    <a:bodyPr/>
                    <a:lstStyle/>
                    <a:p>
                      <a:r>
                        <a:rPr lang="en-GB" sz="2000" dirty="0" smtClean="0"/>
                        <a:t>Include </a:t>
                      </a:r>
                      <a:r>
                        <a:rPr lang="en-GB" sz="2000" baseline="0" dirty="0" smtClean="0"/>
                        <a:t> relevant links and references</a:t>
                      </a:r>
                      <a:endParaRPr lang="en-GB" sz="2000" dirty="0" smtClean="0"/>
                    </a:p>
                  </a:txBody>
                  <a:tcPr/>
                </a:tc>
              </a:tr>
            </a:tbl>
          </a:graphicData>
        </a:graphic>
      </p:graphicFrame>
    </p:spTree>
    <p:extLst>
      <p:ext uri="{BB962C8B-B14F-4D97-AF65-F5344CB8AC3E}">
        <p14:creationId xmlns:p14="http://schemas.microsoft.com/office/powerpoint/2010/main" val="38967530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ounded Rectangle 23"/>
          <p:cNvSpPr/>
          <p:nvPr/>
        </p:nvSpPr>
        <p:spPr>
          <a:xfrm>
            <a:off x="352128" y="4170357"/>
            <a:ext cx="4209248" cy="4800769"/>
          </a:xfrm>
          <a:prstGeom prst="roundRect">
            <a:avLst/>
          </a:prstGeom>
          <a:solidFill>
            <a:srgbClr val="00A551"/>
          </a:solidFill>
          <a:ln>
            <a:noFill/>
          </a:ln>
        </p:spPr>
        <p:style>
          <a:lnRef idx="2">
            <a:schemeClr val="accent1">
              <a:shade val="50000"/>
            </a:schemeClr>
          </a:lnRef>
          <a:fillRef idx="1">
            <a:schemeClr val="accent1"/>
          </a:fillRef>
          <a:effectRef idx="0">
            <a:schemeClr val="accent1"/>
          </a:effectRef>
          <a:fontRef idx="minor">
            <a:schemeClr val="lt1"/>
          </a:fontRef>
        </p:style>
        <p:txBody>
          <a:bodyPr lIns="91361" tIns="45681" rIns="91361" bIns="45681" rtlCol="0" anchor="ctr"/>
          <a:lstStyle/>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p:txBody>
      </p:sp>
      <p:sp>
        <p:nvSpPr>
          <p:cNvPr id="16" name="Title 15"/>
          <p:cNvSpPr>
            <a:spLocks noGrp="1"/>
          </p:cNvSpPr>
          <p:nvPr>
            <p:ph type="title"/>
          </p:nvPr>
        </p:nvSpPr>
        <p:spPr>
          <a:xfrm>
            <a:off x="784177" y="912178"/>
            <a:ext cx="11089240" cy="864095"/>
          </a:xfrm>
        </p:spPr>
        <p:txBody>
          <a:bodyPr>
            <a:normAutofit/>
          </a:bodyPr>
          <a:lstStyle/>
          <a:p>
            <a:r>
              <a:rPr lang="en-GB" sz="4300" dirty="0">
                <a:solidFill>
                  <a:srgbClr val="00B092"/>
                </a:solidFill>
              </a:rPr>
              <a:t>Local practice examples</a:t>
            </a:r>
          </a:p>
        </p:txBody>
      </p:sp>
      <p:sp>
        <p:nvSpPr>
          <p:cNvPr id="2054" name="Rectangle 6"/>
          <p:cNvSpPr>
            <a:spLocks noChangeArrowheads="1"/>
          </p:cNvSpPr>
          <p:nvPr/>
        </p:nvSpPr>
        <p:spPr bwMode="auto">
          <a:xfrm>
            <a:off x="12" y="-94560"/>
            <a:ext cx="184731" cy="646331"/>
          </a:xfrm>
          <a:prstGeom prst="rect">
            <a:avLst/>
          </a:prstGeom>
          <a:noFill/>
          <a:ln w="9525">
            <a:noFill/>
            <a:miter lim="800000"/>
            <a:headEnd/>
            <a:tailEnd/>
          </a:ln>
          <a:effectLst/>
        </p:spPr>
        <p:txBody>
          <a:bodyPr vert="horz" wrap="none" lIns="91361" tIns="45681" rIns="91361" bIns="45681" numCol="1" anchor="ctr" anchorCtr="0" compatLnSpc="1">
            <a:prstTxWarp prst="textNoShape">
              <a:avLst/>
            </a:prstTxWarp>
            <a:spAutoFit/>
          </a:bodyPr>
          <a:lstStyle/>
          <a:p>
            <a:pPr defTabSz="913632" eaLnBrk="0" fontAlgn="base" hangingPunct="0">
              <a:spcBef>
                <a:spcPct val="0"/>
              </a:spcBef>
              <a:spcAft>
                <a:spcPct val="0"/>
              </a:spcAft>
            </a:pPr>
            <a:r>
              <a:rPr lang="en-GB" sz="1800" dirty="0">
                <a:latin typeface="Arial" pitchFamily="34" charset="0"/>
                <a:cs typeface="Arial" pitchFamily="34" charset="0"/>
              </a:rPr>
              <a:t/>
            </a:r>
            <a:br>
              <a:rPr lang="en-GB" sz="1800" dirty="0">
                <a:latin typeface="Arial" pitchFamily="34" charset="0"/>
                <a:cs typeface="Arial" pitchFamily="34" charset="0"/>
              </a:rPr>
            </a:br>
            <a:endParaRPr lang="en-GB" sz="1800" dirty="0">
              <a:latin typeface="Arial" pitchFamily="34" charset="0"/>
              <a:cs typeface="Arial" pitchFamily="34" charset="0"/>
            </a:endParaRPr>
          </a:p>
        </p:txBody>
      </p:sp>
      <p:cxnSp>
        <p:nvCxnSpPr>
          <p:cNvPr id="5" name="Straight Connector 4"/>
          <p:cNvCxnSpPr/>
          <p:nvPr/>
        </p:nvCxnSpPr>
        <p:spPr>
          <a:xfrm>
            <a:off x="784176" y="1776264"/>
            <a:ext cx="11161240" cy="0"/>
          </a:xfrm>
          <a:prstGeom prst="line">
            <a:avLst/>
          </a:prstGeom>
          <a:ln w="19050">
            <a:solidFill>
              <a:srgbClr val="00AE9E"/>
            </a:solidFill>
          </a:ln>
        </p:spPr>
        <p:style>
          <a:lnRef idx="1">
            <a:schemeClr val="accent5"/>
          </a:lnRef>
          <a:fillRef idx="0">
            <a:schemeClr val="accent5"/>
          </a:fillRef>
          <a:effectRef idx="0">
            <a:schemeClr val="accent5"/>
          </a:effectRef>
          <a:fontRef idx="minor">
            <a:schemeClr val="tx1"/>
          </a:fontRef>
        </p:style>
      </p:cxnSp>
      <p:cxnSp>
        <p:nvCxnSpPr>
          <p:cNvPr id="7" name="Straight Connector 6"/>
          <p:cNvCxnSpPr/>
          <p:nvPr/>
        </p:nvCxnSpPr>
        <p:spPr>
          <a:xfrm>
            <a:off x="4960640" y="2135592"/>
            <a:ext cx="0" cy="69854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6030907" y="2099950"/>
            <a:ext cx="6157032" cy="4140812"/>
          </a:xfrm>
          <a:prstGeom prst="roundRect">
            <a:avLst/>
          </a:prstGeom>
          <a:ln w="76200">
            <a:solidFill>
              <a:srgbClr val="00A551"/>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p:txBody>
      </p:sp>
      <p:sp>
        <p:nvSpPr>
          <p:cNvPr id="20" name="Rounded Rectangle 19"/>
          <p:cNvSpPr/>
          <p:nvPr/>
        </p:nvSpPr>
        <p:spPr>
          <a:xfrm>
            <a:off x="5680723" y="6528794"/>
            <a:ext cx="6264696" cy="2664297"/>
          </a:xfrm>
          <a:prstGeom prst="roundRect">
            <a:avLst/>
          </a:prstGeom>
          <a:solidFill>
            <a:srgbClr val="822433"/>
          </a:solidFill>
          <a:ln w="76200">
            <a:solidFill>
              <a:srgbClr val="822433"/>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p:txBody>
      </p:sp>
      <p:sp>
        <p:nvSpPr>
          <p:cNvPr id="9" name="Rectangle 8"/>
          <p:cNvSpPr/>
          <p:nvPr/>
        </p:nvSpPr>
        <p:spPr>
          <a:xfrm>
            <a:off x="6592394" y="1958368"/>
            <a:ext cx="4135337" cy="5001312"/>
          </a:xfrm>
          <a:prstGeom prst="rect">
            <a:avLst/>
          </a:prstGeom>
        </p:spPr>
        <p:txBody>
          <a:bodyPr wrap="square" lIns="91361" tIns="45681" rIns="91361" bIns="45681">
            <a:spAutoFit/>
          </a:bodyPr>
          <a:lstStyle/>
          <a:p>
            <a:endParaRPr lang="en-GB" sz="1100" i="1" dirty="0"/>
          </a:p>
          <a:p>
            <a:r>
              <a:rPr lang="en-GB" sz="1400" b="1" i="1" dirty="0"/>
              <a:t>Understand the purpose or intention: </a:t>
            </a:r>
          </a:p>
          <a:p>
            <a:pPr marL="925224" lvl="1" indent="-285681">
              <a:buFont typeface="Arial" panose="020B0604020202020204" pitchFamily="34" charset="0"/>
              <a:buChar char="•"/>
            </a:pPr>
            <a:r>
              <a:rPr lang="en-GB" sz="1400" i="1" dirty="0"/>
              <a:t>Why are you writing it?</a:t>
            </a:r>
          </a:p>
          <a:p>
            <a:pPr marL="925224" lvl="1" indent="-285681">
              <a:buFont typeface="Arial" panose="020B0604020202020204" pitchFamily="34" charset="0"/>
              <a:buChar char="•"/>
            </a:pPr>
            <a:r>
              <a:rPr lang="en-GB" sz="1400" i="1" dirty="0"/>
              <a:t>What do you want to showcase?</a:t>
            </a:r>
          </a:p>
          <a:p>
            <a:pPr marL="925224" lvl="1" indent="-285681">
              <a:buFont typeface="Arial" panose="020B0604020202020204" pitchFamily="34" charset="0"/>
              <a:buChar char="•"/>
            </a:pPr>
            <a:r>
              <a:rPr lang="en-GB" sz="1400" i="1" dirty="0"/>
              <a:t>What are they key messages?</a:t>
            </a:r>
          </a:p>
          <a:p>
            <a:pPr lvl="1"/>
            <a:endParaRPr lang="en-GB" sz="1400" i="1" dirty="0"/>
          </a:p>
          <a:p>
            <a:r>
              <a:rPr lang="en-GB" sz="1400" b="1" i="1" dirty="0"/>
              <a:t>Know your audience:</a:t>
            </a:r>
          </a:p>
          <a:p>
            <a:pPr marL="925224" lvl="1" indent="-285681">
              <a:buFont typeface="Arial" panose="020B0604020202020204" pitchFamily="34" charset="0"/>
              <a:buChar char="•"/>
            </a:pPr>
            <a:r>
              <a:rPr lang="en-GB" sz="1400" i="1" dirty="0"/>
              <a:t>Will they understand what you are trying to convey?</a:t>
            </a:r>
          </a:p>
          <a:p>
            <a:pPr marL="925224" lvl="1" indent="-285681">
              <a:buFont typeface="Arial" panose="020B0604020202020204" pitchFamily="34" charset="0"/>
              <a:buChar char="•"/>
            </a:pPr>
            <a:r>
              <a:rPr lang="en-GB" sz="1400" i="1" dirty="0"/>
              <a:t>Will it maintain their interest?</a:t>
            </a:r>
          </a:p>
          <a:p>
            <a:pPr marL="925224" lvl="1" indent="-285681">
              <a:buFont typeface="Arial" panose="020B0604020202020204" pitchFamily="34" charset="0"/>
              <a:buChar char="•"/>
            </a:pPr>
            <a:r>
              <a:rPr lang="en-GB" sz="1400" i="1" dirty="0"/>
              <a:t>Will it  help others or  influence decisions?</a:t>
            </a:r>
            <a:endParaRPr lang="en-GB" sz="1400" b="1" i="1" dirty="0"/>
          </a:p>
          <a:p>
            <a:endParaRPr lang="en-GB" sz="1400" b="1" i="1" dirty="0"/>
          </a:p>
          <a:p>
            <a:r>
              <a:rPr lang="en-GB" sz="1400" b="1" i="1" dirty="0"/>
              <a:t>Defining the issue:</a:t>
            </a:r>
          </a:p>
          <a:p>
            <a:pPr marL="925224" lvl="1" indent="-285681">
              <a:buFont typeface="Arial" panose="020B0604020202020204" pitchFamily="34" charset="0"/>
              <a:buChar char="•"/>
            </a:pPr>
            <a:r>
              <a:rPr lang="en-GB" sz="1400" b="1" i="1" u="sng" dirty="0"/>
              <a:t>Clearly</a:t>
            </a:r>
            <a:r>
              <a:rPr lang="en-GB" sz="1400" b="1" i="1" dirty="0"/>
              <a:t> outline the  practice and why change was needed</a:t>
            </a:r>
          </a:p>
          <a:p>
            <a:pPr marL="925224" lvl="1" indent="-285681">
              <a:buFont typeface="Arial" panose="020B0604020202020204" pitchFamily="34" charset="0"/>
              <a:buChar char="•"/>
            </a:pPr>
            <a:r>
              <a:rPr lang="en-GB" sz="1400" b="1" i="1" dirty="0"/>
              <a:t>Describe your aims &amp; objectives</a:t>
            </a:r>
          </a:p>
          <a:p>
            <a:pPr marL="925224" lvl="1" indent="-285681">
              <a:buFont typeface="Arial" panose="020B0604020202020204" pitchFamily="34" charset="0"/>
              <a:buChar char="•"/>
            </a:pPr>
            <a:r>
              <a:rPr lang="en-GB" sz="1400" b="1" i="1" dirty="0"/>
              <a:t>Be succinct in  describing your actions</a:t>
            </a:r>
          </a:p>
          <a:p>
            <a:pPr marL="925224" lvl="1" indent="-285681">
              <a:buFont typeface="Arial" panose="020B0604020202020204" pitchFamily="34" charset="0"/>
              <a:buChar char="•"/>
            </a:pPr>
            <a:endParaRPr lang="en-GB" sz="1400" b="1" i="1" dirty="0"/>
          </a:p>
          <a:p>
            <a:pPr lvl="1"/>
            <a:endParaRPr lang="en-GB" sz="1400" b="1" i="1" dirty="0"/>
          </a:p>
          <a:p>
            <a:pPr marL="925224" lvl="1" indent="-285681">
              <a:buFont typeface="Arial" panose="020B0604020202020204" pitchFamily="34" charset="0"/>
              <a:buChar char="•"/>
            </a:pPr>
            <a:endParaRPr lang="en-GB" sz="1400" b="1" i="1" dirty="0"/>
          </a:p>
          <a:p>
            <a:pPr marL="925224" lvl="1" indent="-285681">
              <a:buFont typeface="Arial" panose="020B0604020202020204" pitchFamily="34" charset="0"/>
              <a:buChar char="•"/>
            </a:pPr>
            <a:endParaRPr lang="en-GB" sz="1400" b="1" i="1" dirty="0"/>
          </a:p>
        </p:txBody>
      </p:sp>
      <p:cxnSp>
        <p:nvCxnSpPr>
          <p:cNvPr id="23" name="Straight Connector 22"/>
          <p:cNvCxnSpPr/>
          <p:nvPr/>
        </p:nvCxnSpPr>
        <p:spPr>
          <a:xfrm flipV="1">
            <a:off x="6634652" y="4584121"/>
            <a:ext cx="3654580" cy="242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bwMode="white">
          <a:xfrm>
            <a:off x="6095018" y="6708159"/>
            <a:ext cx="4536504" cy="3108487"/>
          </a:xfrm>
          <a:prstGeom prst="rect">
            <a:avLst/>
          </a:prstGeom>
          <a:noFill/>
        </p:spPr>
        <p:txBody>
          <a:bodyPr wrap="square" lIns="91361" tIns="45681" rIns="91361" bIns="45681" rtlCol="0">
            <a:spAutoFit/>
          </a:bodyPr>
          <a:lstStyle/>
          <a:p>
            <a:r>
              <a:rPr lang="en-GB" sz="1400" b="1" dirty="0">
                <a:solidFill>
                  <a:schemeClr val="bg1"/>
                </a:solidFill>
              </a:rPr>
              <a:t>Demonstrate the impact</a:t>
            </a:r>
            <a:r>
              <a:rPr lang="en-GB" sz="1400" dirty="0">
                <a:solidFill>
                  <a:schemeClr val="bg1"/>
                </a:solidFill>
              </a:rPr>
              <a:t>:</a:t>
            </a:r>
          </a:p>
          <a:p>
            <a:pPr marL="925224" lvl="1" indent="-285681">
              <a:buFont typeface="Arial" panose="020B0604020202020204" pitchFamily="34" charset="0"/>
              <a:buChar char="•"/>
            </a:pPr>
            <a:r>
              <a:rPr lang="en-GB" sz="1400" dirty="0">
                <a:solidFill>
                  <a:schemeClr val="bg1"/>
                </a:solidFill>
              </a:rPr>
              <a:t>Show  what change or improvement has been made </a:t>
            </a:r>
          </a:p>
          <a:p>
            <a:pPr marL="925224" lvl="1" indent="-285681">
              <a:buFont typeface="Arial" panose="020B0604020202020204" pitchFamily="34" charset="0"/>
              <a:buChar char="•"/>
            </a:pPr>
            <a:r>
              <a:rPr lang="en-GB" sz="1400" b="1" i="1" dirty="0">
                <a:solidFill>
                  <a:schemeClr val="bg1"/>
                </a:solidFill>
              </a:rPr>
              <a:t>Provide key learning points to  guide others</a:t>
            </a:r>
          </a:p>
          <a:p>
            <a:pPr marL="925224" lvl="1" indent="-285681">
              <a:buFont typeface="Arial" panose="020B0604020202020204" pitchFamily="34" charset="0"/>
              <a:buChar char="•"/>
            </a:pPr>
            <a:r>
              <a:rPr lang="en-GB" sz="1400" b="1" i="1" dirty="0">
                <a:solidFill>
                  <a:schemeClr val="bg1"/>
                </a:solidFill>
              </a:rPr>
              <a:t>Show evidence of what worked and why</a:t>
            </a:r>
          </a:p>
          <a:p>
            <a:pPr marL="925224" lvl="1" indent="-285681">
              <a:buFont typeface="Arial" panose="020B0604020202020204" pitchFamily="34" charset="0"/>
              <a:buChar char="•"/>
            </a:pPr>
            <a:r>
              <a:rPr lang="en-GB" sz="1400" i="1" dirty="0">
                <a:solidFill>
                  <a:schemeClr val="bg1"/>
                </a:solidFill>
              </a:rPr>
              <a:t>Include any monitoring or evaluation</a:t>
            </a:r>
          </a:p>
          <a:p>
            <a:pPr marL="925224" lvl="1" indent="-285681">
              <a:buFont typeface="Arial" panose="020B0604020202020204" pitchFamily="34" charset="0"/>
              <a:buChar char="•"/>
            </a:pPr>
            <a:r>
              <a:rPr lang="en-GB" sz="1400" i="1" dirty="0">
                <a:solidFill>
                  <a:schemeClr val="bg1"/>
                </a:solidFill>
              </a:rPr>
              <a:t>Show how this impacted on service users</a:t>
            </a:r>
          </a:p>
          <a:p>
            <a:pPr marL="925224" lvl="1" indent="-285681">
              <a:buFont typeface="Arial" panose="020B0604020202020204" pitchFamily="34" charset="0"/>
              <a:buChar char="•"/>
            </a:pPr>
            <a:r>
              <a:rPr lang="en-GB" sz="1400" i="1" dirty="0">
                <a:solidFill>
                  <a:schemeClr val="bg1"/>
                </a:solidFill>
              </a:rPr>
              <a:t>Bring the case study alive with a relevant  short quote or feedback</a:t>
            </a:r>
          </a:p>
          <a:p>
            <a:pPr marL="925224" lvl="1" indent="-285681">
              <a:buFont typeface="Arial" panose="020B0604020202020204" pitchFamily="34" charset="0"/>
              <a:buChar char="•"/>
            </a:pPr>
            <a:r>
              <a:rPr lang="en-GB" sz="1400" i="1" dirty="0">
                <a:solidFill>
                  <a:schemeClr val="bg1"/>
                </a:solidFill>
              </a:rPr>
              <a:t>Share what your next steps will be</a:t>
            </a:r>
          </a:p>
          <a:p>
            <a:pPr marL="925224" lvl="1" indent="-285681">
              <a:buFont typeface="Arial" panose="020B0604020202020204" pitchFamily="34" charset="0"/>
              <a:buChar char="•"/>
            </a:pPr>
            <a:endParaRPr lang="en-GB" sz="1400" i="1" dirty="0">
              <a:solidFill>
                <a:schemeClr val="bg1"/>
              </a:solidFill>
            </a:endParaRPr>
          </a:p>
          <a:p>
            <a:pPr marL="925224" lvl="1" indent="-285681">
              <a:buFont typeface="Arial" panose="020B0604020202020204" pitchFamily="34" charset="0"/>
              <a:buChar char="•"/>
            </a:pPr>
            <a:endParaRPr lang="en-GB" sz="1400" dirty="0">
              <a:solidFill>
                <a:schemeClr val="bg1"/>
              </a:solidFill>
            </a:endParaRPr>
          </a:p>
          <a:p>
            <a:endParaRPr lang="en-GB" sz="1400" dirty="0"/>
          </a:p>
        </p:txBody>
      </p:sp>
      <p:sp>
        <p:nvSpPr>
          <p:cNvPr id="26" name="Oval 25"/>
          <p:cNvSpPr/>
          <p:nvPr/>
        </p:nvSpPr>
        <p:spPr>
          <a:xfrm>
            <a:off x="10727730" y="7026728"/>
            <a:ext cx="1721742" cy="1721742"/>
          </a:xfrm>
          <a:prstGeom prst="ellipse">
            <a:avLst/>
          </a:prstGeom>
          <a:solidFill>
            <a:srgbClr val="822433"/>
          </a:solidFill>
          <a:ln w="76200">
            <a:solidFill>
              <a:schemeClr val="bg1"/>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r>
              <a:rPr lang="en-GB" sz="1500" b="1" dirty="0">
                <a:solidFill>
                  <a:schemeClr val="bg1"/>
                </a:solidFill>
              </a:rPr>
              <a:t>THE RESULTS</a:t>
            </a:r>
          </a:p>
        </p:txBody>
      </p:sp>
      <p:sp>
        <p:nvSpPr>
          <p:cNvPr id="17" name="Oval 16"/>
          <p:cNvSpPr/>
          <p:nvPr/>
        </p:nvSpPr>
        <p:spPr>
          <a:xfrm>
            <a:off x="5347653" y="2784376"/>
            <a:ext cx="1313514" cy="1313514"/>
          </a:xfrm>
          <a:prstGeom prst="ellipse">
            <a:avLst/>
          </a:prstGeom>
          <a:solidFill>
            <a:srgbClr val="00A551"/>
          </a:solidFill>
          <a:ln w="76200">
            <a:solidFill>
              <a:schemeClr val="bg1"/>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endParaRPr lang="en-GB" sz="2800" b="1" dirty="0"/>
          </a:p>
          <a:p>
            <a:pPr algn="ctr"/>
            <a:r>
              <a:rPr lang="en-GB" sz="1300" b="1" dirty="0">
                <a:solidFill>
                  <a:schemeClr val="bg1"/>
                </a:solidFill>
              </a:rPr>
              <a:t>GETTING STARTED</a:t>
            </a:r>
          </a:p>
          <a:p>
            <a:pPr algn="ctr"/>
            <a:endParaRPr lang="en-GB" dirty="0">
              <a:solidFill>
                <a:schemeClr val="bg1"/>
              </a:solidFill>
            </a:endParaRPr>
          </a:p>
        </p:txBody>
      </p:sp>
      <p:sp>
        <p:nvSpPr>
          <p:cNvPr id="21" name="Oval 20"/>
          <p:cNvSpPr/>
          <p:nvPr/>
        </p:nvSpPr>
        <p:spPr>
          <a:xfrm>
            <a:off x="5319986" y="4584121"/>
            <a:ext cx="1368847" cy="1368847"/>
          </a:xfrm>
          <a:prstGeom prst="ellipse">
            <a:avLst/>
          </a:prstGeom>
          <a:solidFill>
            <a:srgbClr val="00A551"/>
          </a:solidFill>
          <a:ln w="76200">
            <a:solidFill>
              <a:schemeClr val="bg1"/>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r>
              <a:rPr lang="en-GB" sz="1300" b="1" dirty="0">
                <a:solidFill>
                  <a:schemeClr val="bg1"/>
                </a:solidFill>
              </a:rPr>
              <a:t>TELLING YOUR STORY</a:t>
            </a:r>
            <a:endParaRPr lang="en-GB" sz="1300" dirty="0">
              <a:solidFill>
                <a:schemeClr val="bg1"/>
              </a:solidFill>
            </a:endParaRPr>
          </a:p>
        </p:txBody>
      </p:sp>
      <p:graphicFrame>
        <p:nvGraphicFramePr>
          <p:cNvPr id="4" name="Diagram 3"/>
          <p:cNvGraphicFramePr/>
          <p:nvPr>
            <p:extLst>
              <p:ext uri="{D42A27DB-BD31-4B8C-83A1-F6EECF244321}">
                <p14:modId xmlns:p14="http://schemas.microsoft.com/office/powerpoint/2010/main" val="2610895162"/>
              </p:ext>
            </p:extLst>
          </p:nvPr>
        </p:nvGraphicFramePr>
        <p:xfrm>
          <a:off x="467184" y="5717088"/>
          <a:ext cx="3682861" cy="32457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 name="Rounded Rectangle 21"/>
          <p:cNvSpPr/>
          <p:nvPr/>
        </p:nvSpPr>
        <p:spPr>
          <a:xfrm>
            <a:off x="496147" y="2099951"/>
            <a:ext cx="4032447" cy="1764547"/>
          </a:xfrm>
          <a:prstGeom prst="roundRect">
            <a:avLst/>
          </a:prstGeom>
          <a:ln w="76200">
            <a:solidFill>
              <a:srgbClr val="C51A4A"/>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spcAft>
                <a:spcPts val="99"/>
              </a:spcAft>
            </a:pPr>
            <a:r>
              <a:rPr lang="en-GB" sz="1500" dirty="0"/>
              <a:t>Local practice examples can  be used to celebrate successes and to share what works. They are not formal research however they make an invaluable contribution to knowledge translation and learning or research generation</a:t>
            </a:r>
          </a:p>
          <a:p>
            <a:pPr marL="176065" indent="-176065">
              <a:spcAft>
                <a:spcPts val="99"/>
              </a:spcAft>
              <a:buFont typeface="Arial" panose="020B0604020202020204" pitchFamily="34" charset="0"/>
              <a:buChar char="•"/>
            </a:pPr>
            <a:endParaRPr lang="en-GB" sz="1000" dirty="0"/>
          </a:p>
        </p:txBody>
      </p:sp>
      <p:sp>
        <p:nvSpPr>
          <p:cNvPr id="29" name="Oval 28"/>
          <p:cNvSpPr/>
          <p:nvPr/>
        </p:nvSpPr>
        <p:spPr>
          <a:xfrm>
            <a:off x="5801935" y="8135577"/>
            <a:ext cx="900101" cy="864095"/>
          </a:xfrm>
          <a:prstGeom prst="ellipse">
            <a:avLst/>
          </a:prstGeom>
          <a:noFill/>
          <a:ln w="76200">
            <a:solidFill>
              <a:srgbClr val="EAAB00"/>
            </a:solidFill>
            <a:prstDash val="solid"/>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endParaRPr lang="en-GB" sz="2800" b="1" dirty="0"/>
          </a:p>
          <a:p>
            <a:pPr algn="ctr">
              <a:spcBef>
                <a:spcPct val="0"/>
              </a:spcBef>
              <a:defRPr/>
            </a:pPr>
            <a:endParaRPr lang="en-GB" sz="8800" b="1" dirty="0">
              <a:solidFill>
                <a:schemeClr val="bg1"/>
              </a:solidFill>
            </a:endParaRPr>
          </a:p>
          <a:p>
            <a:pPr algn="ctr"/>
            <a:endParaRPr lang="en-GB" dirty="0">
              <a:solidFill>
                <a:schemeClr val="bg1"/>
              </a:solidFill>
            </a:endParaRPr>
          </a:p>
        </p:txBody>
      </p:sp>
      <p:sp>
        <p:nvSpPr>
          <p:cNvPr id="30" name="Oval 29"/>
          <p:cNvSpPr/>
          <p:nvPr/>
        </p:nvSpPr>
        <p:spPr>
          <a:xfrm>
            <a:off x="5911576" y="8261173"/>
            <a:ext cx="680819" cy="612895"/>
          </a:xfrm>
          <a:prstGeom prst="ellipse">
            <a:avLst/>
          </a:prstGeom>
          <a:solidFill>
            <a:srgbClr val="EAAB00"/>
          </a:solidFill>
          <a:ln w="76200">
            <a:noFill/>
            <a:prstDash val="sysDash"/>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endParaRPr lang="en-GB" sz="2800" b="1" dirty="0"/>
          </a:p>
          <a:p>
            <a:pPr algn="ctr">
              <a:spcBef>
                <a:spcPct val="0"/>
              </a:spcBef>
              <a:defRPr/>
            </a:pPr>
            <a:r>
              <a:rPr lang="en-GB" sz="4800" b="1" dirty="0">
                <a:solidFill>
                  <a:schemeClr val="bg1"/>
                </a:solidFill>
              </a:rPr>
              <a:t>£</a:t>
            </a:r>
            <a:endParaRPr lang="en-GB" sz="5500" b="1" dirty="0">
              <a:solidFill>
                <a:schemeClr val="bg1"/>
              </a:solidFill>
            </a:endParaRPr>
          </a:p>
          <a:p>
            <a:pPr algn="ctr"/>
            <a:endParaRPr lang="en-GB" dirty="0">
              <a:solidFill>
                <a:schemeClr val="bg1"/>
              </a:solidFill>
            </a:endParaRPr>
          </a:p>
        </p:txBody>
      </p:sp>
      <p:sp>
        <p:nvSpPr>
          <p:cNvPr id="32" name="Rounded Rectangle 31"/>
          <p:cNvSpPr/>
          <p:nvPr/>
        </p:nvSpPr>
        <p:spPr>
          <a:xfrm>
            <a:off x="784176" y="4351301"/>
            <a:ext cx="3528392" cy="1293466"/>
          </a:xfrm>
          <a:prstGeom prst="roundRect">
            <a:avLst/>
          </a:prstGeom>
          <a:solidFill>
            <a:srgbClr val="00B050"/>
          </a:solidFill>
          <a:ln w="76200">
            <a:solidFill>
              <a:schemeClr val="bg1"/>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spcAft>
                <a:spcPts val="99"/>
              </a:spcAft>
            </a:pPr>
            <a:endParaRPr lang="en-GB" sz="1500" dirty="0">
              <a:solidFill>
                <a:schemeClr val="bg1"/>
              </a:solidFill>
            </a:endParaRPr>
          </a:p>
          <a:p>
            <a:pPr>
              <a:spcAft>
                <a:spcPts val="99"/>
              </a:spcAft>
            </a:pPr>
            <a:r>
              <a:rPr lang="en-GB" sz="1500" dirty="0">
                <a:solidFill>
                  <a:schemeClr val="bg1"/>
                </a:solidFill>
              </a:rPr>
              <a:t>A well local practice example will be informative, maintain interest and prompt action or further inquiry so remember the 4 core principles.</a:t>
            </a:r>
          </a:p>
          <a:p>
            <a:pPr marL="176065" indent="-176065">
              <a:spcAft>
                <a:spcPts val="99"/>
              </a:spcAft>
              <a:buFont typeface="Arial" panose="020B0604020202020204" pitchFamily="34" charset="0"/>
              <a:buChar char="•"/>
            </a:pPr>
            <a:endParaRPr lang="en-GB" sz="1000" dirty="0"/>
          </a:p>
        </p:txBody>
      </p:sp>
      <p:sp>
        <p:nvSpPr>
          <p:cNvPr id="25" name="Oval 24"/>
          <p:cNvSpPr/>
          <p:nvPr/>
        </p:nvSpPr>
        <p:spPr>
          <a:xfrm>
            <a:off x="5734718" y="7256328"/>
            <a:ext cx="900101" cy="864095"/>
          </a:xfrm>
          <a:prstGeom prst="ellipse">
            <a:avLst/>
          </a:prstGeom>
          <a:noFill/>
          <a:ln w="76200">
            <a:solidFill>
              <a:srgbClr val="EAAB00"/>
            </a:solidFill>
            <a:prstDash val="solid"/>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endParaRPr lang="en-GB" sz="2800" b="1" dirty="0"/>
          </a:p>
          <a:p>
            <a:pPr algn="ctr">
              <a:spcBef>
                <a:spcPct val="0"/>
              </a:spcBef>
              <a:defRPr/>
            </a:pPr>
            <a:endParaRPr lang="en-GB" sz="8800" b="1" dirty="0">
              <a:solidFill>
                <a:schemeClr val="bg1"/>
              </a:solidFill>
            </a:endParaRPr>
          </a:p>
          <a:p>
            <a:pPr algn="ctr"/>
            <a:endParaRPr lang="en-GB" dirty="0">
              <a:solidFill>
                <a:schemeClr val="bg1"/>
              </a:solidFill>
            </a:endParaRPr>
          </a:p>
        </p:txBody>
      </p:sp>
      <p:pic>
        <p:nvPicPr>
          <p:cNvPr id="1027" name="Picture 3" descr="C:\Users\Wendy.Nicholson\AppData\Local\Microsoft\Windows\Temporary Internet Files\Content.Outlook\6W1UQHVQ\Inspiration.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864299" y="6931609"/>
            <a:ext cx="902593" cy="902593"/>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Wendy.Nicholson\AppData\Local\Microsoft\Windows\Temporary Internet Files\Content.Outlook\6W1UQHVQ\Smiley.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858358" y="7345995"/>
            <a:ext cx="684758" cy="684758"/>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Connector 26"/>
          <p:cNvCxnSpPr/>
          <p:nvPr/>
        </p:nvCxnSpPr>
        <p:spPr>
          <a:xfrm flipV="1">
            <a:off x="6787052" y="3144417"/>
            <a:ext cx="3870604" cy="242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50" name="3CD63417-9FEB-4470-90DE-D84A268ABC3A" descr="3CD63417-9FEB-4470-90DE-D84A268ABC3A"/>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741493" y="2392592"/>
            <a:ext cx="1032811" cy="117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BECD23AC-DF29-493E-AC5D-115DB2CE859F" descr="BECD23AC-DF29-493E-AC5D-115DB2CE859F"/>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476591" y="4122229"/>
            <a:ext cx="1562614" cy="118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80471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a:xfrm>
            <a:off x="840569" y="255941"/>
            <a:ext cx="11089240" cy="864095"/>
          </a:xfrm>
        </p:spPr>
        <p:txBody>
          <a:bodyPr>
            <a:normAutofit/>
          </a:bodyPr>
          <a:lstStyle/>
          <a:p>
            <a:r>
              <a:rPr lang="en-GB" sz="4300" dirty="0">
                <a:solidFill>
                  <a:srgbClr val="00B092"/>
                </a:solidFill>
              </a:rPr>
              <a:t>Local practice example template </a:t>
            </a:r>
          </a:p>
        </p:txBody>
      </p:sp>
      <p:sp>
        <p:nvSpPr>
          <p:cNvPr id="2054" name="Rectangle 6"/>
          <p:cNvSpPr>
            <a:spLocks noChangeArrowheads="1"/>
          </p:cNvSpPr>
          <p:nvPr/>
        </p:nvSpPr>
        <p:spPr bwMode="auto">
          <a:xfrm>
            <a:off x="12" y="-94560"/>
            <a:ext cx="184731" cy="646331"/>
          </a:xfrm>
          <a:prstGeom prst="rect">
            <a:avLst/>
          </a:prstGeom>
          <a:noFill/>
          <a:ln w="9525">
            <a:noFill/>
            <a:miter lim="800000"/>
            <a:headEnd/>
            <a:tailEnd/>
          </a:ln>
          <a:effectLst/>
        </p:spPr>
        <p:txBody>
          <a:bodyPr vert="horz" wrap="none" lIns="91361" tIns="45681" rIns="91361" bIns="45681" numCol="1" anchor="ctr" anchorCtr="0" compatLnSpc="1">
            <a:prstTxWarp prst="textNoShape">
              <a:avLst/>
            </a:prstTxWarp>
            <a:spAutoFit/>
          </a:bodyPr>
          <a:lstStyle/>
          <a:p>
            <a:pPr defTabSz="913632" eaLnBrk="0" fontAlgn="base" hangingPunct="0">
              <a:spcBef>
                <a:spcPct val="0"/>
              </a:spcBef>
              <a:spcAft>
                <a:spcPct val="0"/>
              </a:spcAft>
            </a:pPr>
            <a:r>
              <a:rPr lang="en-GB" sz="1800" dirty="0">
                <a:latin typeface="Arial" pitchFamily="34" charset="0"/>
                <a:cs typeface="Arial" pitchFamily="34" charset="0"/>
              </a:rPr>
              <a:t/>
            </a:r>
            <a:br>
              <a:rPr lang="en-GB" sz="1800" dirty="0">
                <a:latin typeface="Arial" pitchFamily="34" charset="0"/>
                <a:cs typeface="Arial" pitchFamily="34" charset="0"/>
              </a:rPr>
            </a:br>
            <a:endParaRPr lang="en-GB" sz="1800" dirty="0">
              <a:latin typeface="Arial" pitchFamily="34" charset="0"/>
              <a:cs typeface="Arial" pitchFamily="34" charset="0"/>
            </a:endParaRPr>
          </a:p>
        </p:txBody>
      </p:sp>
      <p:cxnSp>
        <p:nvCxnSpPr>
          <p:cNvPr id="5" name="Straight Connector 4"/>
          <p:cNvCxnSpPr/>
          <p:nvPr/>
        </p:nvCxnSpPr>
        <p:spPr>
          <a:xfrm>
            <a:off x="784176" y="1776264"/>
            <a:ext cx="11161240" cy="0"/>
          </a:xfrm>
          <a:prstGeom prst="line">
            <a:avLst/>
          </a:prstGeom>
          <a:ln w="19050">
            <a:solidFill>
              <a:srgbClr val="00AE9E"/>
            </a:solidFill>
          </a:ln>
        </p:spPr>
        <p:style>
          <a:lnRef idx="1">
            <a:schemeClr val="accent5"/>
          </a:lnRef>
          <a:fillRef idx="0">
            <a:schemeClr val="accent5"/>
          </a:fillRef>
          <a:effectRef idx="0">
            <a:schemeClr val="accent5"/>
          </a:effectRef>
          <a:fontRef idx="minor">
            <a:schemeClr val="tx1"/>
          </a:fontRef>
        </p:style>
      </p:cxnSp>
      <p:sp>
        <p:nvSpPr>
          <p:cNvPr id="8" name="TextBox 7"/>
          <p:cNvSpPr txBox="1"/>
          <p:nvPr/>
        </p:nvSpPr>
        <p:spPr>
          <a:xfrm>
            <a:off x="496144" y="8971124"/>
            <a:ext cx="576064" cy="292376"/>
          </a:xfrm>
          <a:prstGeom prst="rect">
            <a:avLst/>
          </a:prstGeom>
          <a:noFill/>
        </p:spPr>
        <p:txBody>
          <a:bodyPr wrap="square" lIns="91361" tIns="45681" rIns="91361" bIns="45681" rtlCol="0">
            <a:spAutoFit/>
          </a:bodyPr>
          <a:lstStyle/>
          <a:p>
            <a:pPr algn="ctr"/>
            <a:endParaRPr lang="en-GB" sz="1300" dirty="0"/>
          </a:p>
        </p:txBody>
      </p:sp>
      <p:graphicFrame>
        <p:nvGraphicFramePr>
          <p:cNvPr id="3" name="Table 2"/>
          <p:cNvGraphicFramePr>
            <a:graphicFrameLocks noGrp="1"/>
          </p:cNvGraphicFramePr>
          <p:nvPr>
            <p:extLst>
              <p:ext uri="{D42A27DB-BD31-4B8C-83A1-F6EECF244321}">
                <p14:modId xmlns:p14="http://schemas.microsoft.com/office/powerpoint/2010/main" val="600684041"/>
              </p:ext>
            </p:extLst>
          </p:nvPr>
        </p:nvGraphicFramePr>
        <p:xfrm>
          <a:off x="784177" y="1272207"/>
          <a:ext cx="11305254" cy="8136906"/>
        </p:xfrm>
        <a:graphic>
          <a:graphicData uri="http://schemas.openxmlformats.org/drawingml/2006/table">
            <a:tbl>
              <a:tblPr firstRow="1" bandRow="1">
                <a:tableStyleId>{85BE263C-DBD7-4A20-BB59-AAB30ACAA65A}</a:tableStyleId>
              </a:tblPr>
              <a:tblGrid>
                <a:gridCol w="2880319"/>
                <a:gridCol w="8424935"/>
              </a:tblGrid>
              <a:tr h="1037931">
                <a:tc>
                  <a:txBody>
                    <a:bodyPr/>
                    <a:lstStyle/>
                    <a:p>
                      <a:r>
                        <a:rPr lang="en-GB" sz="2400" dirty="0" smtClean="0">
                          <a:solidFill>
                            <a:schemeClr val="tx1"/>
                          </a:solidFill>
                        </a:rPr>
                        <a:t>Title</a:t>
                      </a:r>
                    </a:p>
                    <a:p>
                      <a:r>
                        <a:rPr lang="en-GB" sz="1050" dirty="0" smtClean="0">
                          <a:solidFill>
                            <a:schemeClr val="tx1"/>
                          </a:solidFill>
                        </a:rPr>
                        <a:t>(Word count 65 max)</a:t>
                      </a:r>
                    </a:p>
                    <a:p>
                      <a:endParaRPr lang="en-GB" sz="2400" dirty="0">
                        <a:solidFill>
                          <a:schemeClr val="tx1"/>
                        </a:solidFill>
                      </a:endParaRPr>
                    </a:p>
                  </a:txBody>
                  <a:tcPr/>
                </a:tc>
                <a:tc>
                  <a:txBody>
                    <a:bodyPr/>
                    <a:lstStyle/>
                    <a:p>
                      <a:pPr marL="0" lvl="0" indent="0">
                        <a:buFont typeface="Arial" panose="020B0604020202020204" pitchFamily="34" charset="0"/>
                        <a:buNone/>
                      </a:pPr>
                      <a:r>
                        <a:rPr lang="en-GB" sz="2000" dirty="0" smtClean="0">
                          <a:solidFill>
                            <a:schemeClr val="tx1"/>
                          </a:solidFill>
                        </a:rPr>
                        <a:t>Include</a:t>
                      </a:r>
                      <a:r>
                        <a:rPr lang="en-GB" sz="2000" baseline="0" dirty="0" smtClean="0">
                          <a:solidFill>
                            <a:schemeClr val="tx1"/>
                          </a:solidFill>
                        </a:rPr>
                        <a:t> a short descriptive title which reflects the key focus and main benefit</a:t>
                      </a:r>
                      <a:endParaRPr lang="en-GB" sz="2000" dirty="0" smtClean="0">
                        <a:solidFill>
                          <a:schemeClr val="tx1"/>
                        </a:solidFill>
                      </a:endParaRPr>
                    </a:p>
                  </a:txBody>
                  <a:tcPr/>
                </a:tc>
              </a:tr>
              <a:tr h="909194">
                <a:tc>
                  <a:txBody>
                    <a:bodyPr/>
                    <a:lstStyle/>
                    <a:p>
                      <a:r>
                        <a:rPr lang="en-GB" sz="2000" b="1" dirty="0" smtClean="0">
                          <a:solidFill>
                            <a:schemeClr val="tx1"/>
                          </a:solidFill>
                        </a:rPr>
                        <a:t>Description</a:t>
                      </a:r>
                    </a:p>
                    <a:p>
                      <a:r>
                        <a:rPr lang="en-GB" sz="1050" b="0" dirty="0" smtClean="0">
                          <a:solidFill>
                            <a:schemeClr val="tx1"/>
                          </a:solidFill>
                        </a:rPr>
                        <a:t>(Word count 100 max)</a:t>
                      </a:r>
                    </a:p>
                    <a:p>
                      <a:endParaRPr lang="en-GB" sz="2000" b="1" dirty="0">
                        <a:solidFill>
                          <a:schemeClr val="tx1"/>
                        </a:solidFill>
                      </a:endParaRPr>
                    </a:p>
                  </a:txBody>
                  <a:tcPr/>
                </a:tc>
                <a:tc>
                  <a:txBody>
                    <a:bodyPr/>
                    <a:lstStyle/>
                    <a:p>
                      <a:r>
                        <a:rPr lang="en-GB" sz="2000" dirty="0" smtClean="0"/>
                        <a:t>Include a </a:t>
                      </a:r>
                      <a:r>
                        <a:rPr lang="en-GB" sz="2000" u="sng" dirty="0" smtClean="0"/>
                        <a:t>short focussed  description</a:t>
                      </a:r>
                      <a:r>
                        <a:rPr lang="en-GB" sz="2000" u="none" baseline="0" dirty="0" smtClean="0"/>
                        <a:t> of your practice example  &amp; the main benefit </a:t>
                      </a:r>
                      <a:endParaRPr lang="en-GB" sz="2000" dirty="0" smtClean="0"/>
                    </a:p>
                  </a:txBody>
                  <a:tcPr/>
                </a:tc>
              </a:tr>
              <a:tr h="1383907">
                <a:tc>
                  <a:txBody>
                    <a:bodyPr/>
                    <a:lstStyle/>
                    <a:p>
                      <a:r>
                        <a:rPr lang="en-GB" sz="2000" b="1" dirty="0" smtClean="0"/>
                        <a:t>Context – what was</a:t>
                      </a:r>
                      <a:r>
                        <a:rPr lang="en-GB" sz="2000" b="1" baseline="0" dirty="0" smtClean="0"/>
                        <a:t> the aim?</a:t>
                      </a:r>
                    </a:p>
                    <a:p>
                      <a:r>
                        <a:rPr lang="en-GB" sz="1050" b="0" dirty="0" smtClean="0"/>
                        <a:t>(Word count 150 max)</a:t>
                      </a:r>
                    </a:p>
                    <a:p>
                      <a:endParaRPr lang="en-GB" sz="2000" b="1" dirty="0"/>
                    </a:p>
                  </a:txBody>
                  <a:tcPr/>
                </a:tc>
                <a:tc>
                  <a:txBody>
                    <a:bodyPr/>
                    <a:lstStyle/>
                    <a:p>
                      <a:r>
                        <a:rPr lang="en-GB" sz="2000" dirty="0" smtClean="0"/>
                        <a:t>Provide</a:t>
                      </a:r>
                      <a:r>
                        <a:rPr lang="en-GB" sz="2000" baseline="0" dirty="0" smtClean="0"/>
                        <a:t> </a:t>
                      </a:r>
                      <a:r>
                        <a:rPr lang="en-GB" sz="2000" u="sng" baseline="0" dirty="0" smtClean="0"/>
                        <a:t>a concise </a:t>
                      </a:r>
                      <a:r>
                        <a:rPr lang="en-GB" sz="2000" u="none" baseline="0" dirty="0" smtClean="0"/>
                        <a:t>overview of your aims and objectives</a:t>
                      </a:r>
                    </a:p>
                    <a:p>
                      <a:r>
                        <a:rPr lang="en-GB" sz="2000" u="none" baseline="0" dirty="0" smtClean="0"/>
                        <a:t>Describe the starting point, baseline and include useful data about population or demographics</a:t>
                      </a:r>
                    </a:p>
                    <a:p>
                      <a:r>
                        <a:rPr lang="en-GB" sz="2000" u="none" baseline="0" dirty="0" smtClean="0"/>
                        <a:t>Explain how the need arose </a:t>
                      </a:r>
                    </a:p>
                  </a:txBody>
                  <a:tcPr/>
                </a:tc>
              </a:tr>
              <a:tr h="1231033">
                <a:tc>
                  <a:txBody>
                    <a:bodyPr/>
                    <a:lstStyle/>
                    <a:p>
                      <a:r>
                        <a:rPr lang="en-GB" sz="2000" b="1" dirty="0" smtClean="0"/>
                        <a:t>Method</a:t>
                      </a:r>
                      <a:r>
                        <a:rPr lang="en-GB" sz="2000" b="1" baseline="0" dirty="0" smtClean="0"/>
                        <a:t> – what did you do?</a:t>
                      </a:r>
                    </a:p>
                    <a:p>
                      <a:r>
                        <a:rPr lang="en-GB" sz="1050" b="0" baseline="0" dirty="0" smtClean="0"/>
                        <a:t>(Word count 200 max)</a:t>
                      </a:r>
                    </a:p>
                    <a:p>
                      <a:endParaRPr lang="en-GB" sz="2000" b="0" baseline="0" dirty="0" smtClean="0"/>
                    </a:p>
                  </a:txBody>
                  <a:tcPr/>
                </a:tc>
                <a:tc>
                  <a:txBody>
                    <a:bodyPr/>
                    <a:lstStyle/>
                    <a:p>
                      <a:r>
                        <a:rPr lang="en-GB" sz="2000" dirty="0" smtClean="0"/>
                        <a:t>Provide</a:t>
                      </a:r>
                      <a:r>
                        <a:rPr lang="en-GB" sz="2000" baseline="0" dirty="0" smtClean="0"/>
                        <a:t> </a:t>
                      </a:r>
                      <a:r>
                        <a:rPr lang="en-GB" sz="2000" u="sng" baseline="0" dirty="0" smtClean="0"/>
                        <a:t>clear details </a:t>
                      </a:r>
                      <a:r>
                        <a:rPr lang="en-GB" sz="2000" baseline="0" dirty="0" smtClean="0"/>
                        <a:t>of:</a:t>
                      </a:r>
                    </a:p>
                    <a:p>
                      <a:pPr marL="982595" lvl="1" indent="-342900">
                        <a:buFont typeface="Arial" panose="020B0604020202020204" pitchFamily="34" charset="0"/>
                        <a:buChar char="•"/>
                      </a:pPr>
                      <a:r>
                        <a:rPr lang="en-GB" sz="2000" dirty="0" smtClean="0"/>
                        <a:t>What you activity</a:t>
                      </a:r>
                      <a:r>
                        <a:rPr lang="en-GB" sz="2000" baseline="0" dirty="0" smtClean="0"/>
                        <a:t> you undertook</a:t>
                      </a:r>
                      <a:endParaRPr lang="en-GB" sz="2000" dirty="0" smtClean="0"/>
                    </a:p>
                    <a:p>
                      <a:pPr marL="982595" lvl="1" indent="-342900">
                        <a:buFont typeface="Arial" panose="020B0604020202020204" pitchFamily="34" charset="0"/>
                        <a:buChar char="•"/>
                      </a:pPr>
                      <a:r>
                        <a:rPr lang="en-GB" sz="2000" dirty="0" smtClean="0"/>
                        <a:t>Who</a:t>
                      </a:r>
                      <a:r>
                        <a:rPr lang="en-GB" sz="2000" baseline="0" dirty="0" smtClean="0"/>
                        <a:t> was involved and why</a:t>
                      </a:r>
                      <a:endParaRPr lang="en-GB" sz="2000" dirty="0" smtClean="0"/>
                    </a:p>
                  </a:txBody>
                  <a:tcPr/>
                </a:tc>
              </a:tr>
              <a:tr h="1552872">
                <a:tc>
                  <a:txBody>
                    <a:bodyPr/>
                    <a:lstStyle/>
                    <a:p>
                      <a:pPr marL="0" marR="0" indent="0" algn="l" defTabSz="1279390" rtl="0" eaLnBrk="1" fontAlgn="auto" latinLnBrk="0" hangingPunct="1">
                        <a:lnSpc>
                          <a:spcPct val="100000"/>
                        </a:lnSpc>
                        <a:spcBef>
                          <a:spcPts val="0"/>
                        </a:spcBef>
                        <a:spcAft>
                          <a:spcPts val="0"/>
                        </a:spcAft>
                        <a:buClrTx/>
                        <a:buSzTx/>
                        <a:buFontTx/>
                        <a:buNone/>
                        <a:tabLst/>
                        <a:defRPr/>
                      </a:pPr>
                      <a:r>
                        <a:rPr lang="en-GB" sz="2000" b="1" dirty="0" smtClean="0"/>
                        <a:t>Outcomes – what difference did you make?</a:t>
                      </a:r>
                    </a:p>
                    <a:p>
                      <a:pPr marL="0" marR="0" indent="0" algn="l" defTabSz="1279390" rtl="0" eaLnBrk="1" fontAlgn="auto" latinLnBrk="0" hangingPunct="1">
                        <a:lnSpc>
                          <a:spcPct val="100000"/>
                        </a:lnSpc>
                        <a:spcBef>
                          <a:spcPts val="0"/>
                        </a:spcBef>
                        <a:spcAft>
                          <a:spcPts val="0"/>
                        </a:spcAft>
                        <a:buClrTx/>
                        <a:buSzTx/>
                        <a:buFontTx/>
                        <a:buNone/>
                        <a:tabLst/>
                        <a:defRPr/>
                      </a:pPr>
                      <a:r>
                        <a:rPr lang="en-GB" sz="1050" b="1" dirty="0" smtClean="0"/>
                        <a:t>(Word count 200 max)</a:t>
                      </a:r>
                    </a:p>
                    <a:p>
                      <a:pPr marL="0" marR="0" indent="0" algn="l" defTabSz="1279390" rtl="0" eaLnBrk="1" fontAlgn="auto" latinLnBrk="0" hangingPunct="1">
                        <a:lnSpc>
                          <a:spcPct val="100000"/>
                        </a:lnSpc>
                        <a:spcBef>
                          <a:spcPts val="0"/>
                        </a:spcBef>
                        <a:spcAft>
                          <a:spcPts val="0"/>
                        </a:spcAft>
                        <a:buClrTx/>
                        <a:buSzTx/>
                        <a:buFontTx/>
                        <a:buNone/>
                        <a:tabLst/>
                        <a:defRPr/>
                      </a:pPr>
                      <a:endParaRPr lang="en-GB" sz="2000" b="1" dirty="0"/>
                    </a:p>
                  </a:txBody>
                  <a:tcPr/>
                </a:tc>
                <a:tc>
                  <a:txBody>
                    <a:bodyPr/>
                    <a:lstStyle/>
                    <a:p>
                      <a:pPr marL="982595" lvl="1" indent="-342900">
                        <a:buFont typeface="Arial" panose="020B0604020202020204" pitchFamily="34" charset="0"/>
                        <a:buChar char="•"/>
                      </a:pPr>
                      <a:r>
                        <a:rPr lang="en-GB" sz="2000" dirty="0" smtClean="0"/>
                        <a:t>How was this measured?  Can you show evidence of impact?</a:t>
                      </a:r>
                    </a:p>
                    <a:p>
                      <a:pPr marL="982595" lvl="1" indent="-342900">
                        <a:buFont typeface="Arial" panose="020B0604020202020204" pitchFamily="34" charset="0"/>
                        <a:buChar char="•"/>
                      </a:pPr>
                      <a:r>
                        <a:rPr lang="en-GB" sz="2000" dirty="0" smtClean="0"/>
                        <a:t>What has changed?</a:t>
                      </a:r>
                    </a:p>
                    <a:p>
                      <a:pPr marL="982595" lvl="1" indent="-342900">
                        <a:buFont typeface="Arial" panose="020B0604020202020204" pitchFamily="34" charset="0"/>
                        <a:buChar char="•"/>
                      </a:pPr>
                      <a:r>
                        <a:rPr lang="en-GB" sz="2000" dirty="0" smtClean="0"/>
                        <a:t>Was</a:t>
                      </a:r>
                      <a:r>
                        <a:rPr lang="en-GB" sz="2000" baseline="0" dirty="0" smtClean="0"/>
                        <a:t> there any user feedback?</a:t>
                      </a:r>
                    </a:p>
                    <a:p>
                      <a:pPr marL="982595" lvl="1" indent="-342900">
                        <a:buFont typeface="Arial" panose="020B0604020202020204" pitchFamily="34" charset="0"/>
                        <a:buChar char="•"/>
                      </a:pPr>
                      <a:r>
                        <a:rPr lang="en-GB" sz="2000" baseline="0" dirty="0" smtClean="0"/>
                        <a:t>Was this value for money / did you make  any savings?</a:t>
                      </a:r>
                      <a:endParaRPr lang="en-GB" sz="2000" dirty="0" smtClean="0"/>
                    </a:p>
                  </a:txBody>
                  <a:tcPr/>
                </a:tc>
              </a:tr>
              <a:tr h="1383907">
                <a:tc>
                  <a:txBody>
                    <a:bodyPr/>
                    <a:lstStyle/>
                    <a:p>
                      <a:r>
                        <a:rPr lang="en-GB" sz="2000" b="1" dirty="0" smtClean="0"/>
                        <a:t>Key</a:t>
                      </a:r>
                      <a:r>
                        <a:rPr lang="en-GB" sz="2000" b="1" baseline="0" dirty="0" smtClean="0"/>
                        <a:t> l</a:t>
                      </a:r>
                      <a:r>
                        <a:rPr lang="en-GB" sz="2000" b="1" dirty="0" smtClean="0"/>
                        <a:t>earning points </a:t>
                      </a:r>
                    </a:p>
                    <a:p>
                      <a:r>
                        <a:rPr lang="en-GB" sz="1050" b="1" dirty="0" smtClean="0"/>
                        <a:t>(Word count 500 max)</a:t>
                      </a:r>
                    </a:p>
                    <a:p>
                      <a:endParaRPr lang="en-GB" sz="2000" b="1" dirty="0"/>
                    </a:p>
                  </a:txBody>
                  <a:tcPr/>
                </a:tc>
                <a:tc>
                  <a:txBody>
                    <a:bodyPr/>
                    <a:lstStyle/>
                    <a:p>
                      <a:pPr marL="0" lvl="0" indent="0">
                        <a:buFont typeface="Arial" panose="020B0604020202020204" pitchFamily="34" charset="0"/>
                        <a:buNone/>
                      </a:pPr>
                      <a:r>
                        <a:rPr lang="en-GB" sz="2000" dirty="0" smtClean="0"/>
                        <a:t>Provide</a:t>
                      </a:r>
                      <a:r>
                        <a:rPr lang="en-GB" sz="2000" baseline="0" dirty="0" smtClean="0"/>
                        <a:t> </a:t>
                      </a:r>
                      <a:r>
                        <a:rPr lang="en-GB" sz="2000" u="sng" baseline="0" dirty="0" smtClean="0"/>
                        <a:t>key areas </a:t>
                      </a:r>
                      <a:r>
                        <a:rPr lang="en-GB" sz="2000" baseline="0" dirty="0" smtClean="0"/>
                        <a:t>of:</a:t>
                      </a:r>
                      <a:endParaRPr lang="en-GB" sz="2000" dirty="0" smtClean="0"/>
                    </a:p>
                    <a:p>
                      <a:pPr marL="982595" lvl="1" indent="-342900">
                        <a:buFont typeface="Arial" panose="020B0604020202020204" pitchFamily="34" charset="0"/>
                        <a:buChar char="•"/>
                      </a:pPr>
                      <a:r>
                        <a:rPr lang="en-GB" sz="2000" dirty="0" smtClean="0"/>
                        <a:t>What are</a:t>
                      </a:r>
                      <a:r>
                        <a:rPr lang="en-GB" sz="2000" baseline="0" dirty="0" smtClean="0"/>
                        <a:t> the key l</a:t>
                      </a:r>
                      <a:r>
                        <a:rPr lang="en-GB" sz="2000" dirty="0" smtClean="0"/>
                        <a:t>earning</a:t>
                      </a:r>
                      <a:r>
                        <a:rPr lang="en-GB" sz="2000" baseline="0" dirty="0" smtClean="0"/>
                        <a:t> points and what worked well?</a:t>
                      </a:r>
                    </a:p>
                    <a:p>
                      <a:pPr marL="982595" lvl="1" indent="-342900">
                        <a:buFont typeface="Arial" panose="020B0604020202020204" pitchFamily="34" charset="0"/>
                        <a:buChar char="•"/>
                      </a:pPr>
                      <a:r>
                        <a:rPr lang="en-GB" sz="2000" baseline="0" dirty="0" smtClean="0"/>
                        <a:t>What things you might do differently</a:t>
                      </a:r>
                    </a:p>
                    <a:p>
                      <a:pPr marL="982595" lvl="1" indent="-342900">
                        <a:buFont typeface="Arial" panose="020B0604020202020204" pitchFamily="34" charset="0"/>
                        <a:buChar char="•"/>
                      </a:pPr>
                      <a:r>
                        <a:rPr lang="en-GB" sz="2000" baseline="0" dirty="0" smtClean="0"/>
                        <a:t>What future plans do you have to embed this?</a:t>
                      </a:r>
                      <a:endParaRPr lang="en-GB" sz="2000" dirty="0" smtClean="0"/>
                    </a:p>
                  </a:txBody>
                  <a:tcPr/>
                </a:tc>
              </a:tr>
              <a:tr h="638062">
                <a:tc>
                  <a:txBody>
                    <a:bodyPr/>
                    <a:lstStyle/>
                    <a:p>
                      <a:r>
                        <a:rPr lang="en-GB" sz="2000" b="1" dirty="0" smtClean="0"/>
                        <a:t>References</a:t>
                      </a:r>
                      <a:endParaRPr lang="en-GB" sz="2000" b="1" dirty="0"/>
                    </a:p>
                  </a:txBody>
                  <a:tcPr/>
                </a:tc>
                <a:tc>
                  <a:txBody>
                    <a:bodyPr/>
                    <a:lstStyle/>
                    <a:p>
                      <a:r>
                        <a:rPr lang="en-GB" sz="2000" dirty="0" smtClean="0"/>
                        <a:t>Include </a:t>
                      </a:r>
                      <a:r>
                        <a:rPr lang="en-GB" sz="2000" baseline="0" dirty="0" smtClean="0"/>
                        <a:t> relevant links and references where appropriate</a:t>
                      </a:r>
                      <a:endParaRPr lang="en-GB" sz="2000" dirty="0" smtClean="0"/>
                    </a:p>
                  </a:txBody>
                  <a:tcPr/>
                </a:tc>
              </a:tr>
            </a:tbl>
          </a:graphicData>
        </a:graphic>
      </p:graphicFrame>
    </p:spTree>
    <p:extLst>
      <p:ext uri="{BB962C8B-B14F-4D97-AF65-F5344CB8AC3E}">
        <p14:creationId xmlns:p14="http://schemas.microsoft.com/office/powerpoint/2010/main" val="10533939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ounded Rectangle 23"/>
          <p:cNvSpPr/>
          <p:nvPr/>
        </p:nvSpPr>
        <p:spPr>
          <a:xfrm>
            <a:off x="352128" y="4170357"/>
            <a:ext cx="4209248" cy="4800769"/>
          </a:xfrm>
          <a:prstGeom prst="roundRect">
            <a:avLst/>
          </a:prstGeom>
          <a:solidFill>
            <a:srgbClr val="00A551"/>
          </a:solidFill>
          <a:ln>
            <a:noFill/>
          </a:ln>
        </p:spPr>
        <p:style>
          <a:lnRef idx="2">
            <a:schemeClr val="accent1">
              <a:shade val="50000"/>
            </a:schemeClr>
          </a:lnRef>
          <a:fillRef idx="1">
            <a:schemeClr val="accent1"/>
          </a:fillRef>
          <a:effectRef idx="0">
            <a:schemeClr val="accent1"/>
          </a:effectRef>
          <a:fontRef idx="minor">
            <a:schemeClr val="lt1"/>
          </a:fontRef>
        </p:style>
        <p:txBody>
          <a:bodyPr lIns="91361" tIns="45681" rIns="91361" bIns="45681" rtlCol="0" anchor="ctr"/>
          <a:lstStyle/>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a:p>
            <a:pPr algn="ctr"/>
            <a:endParaRPr lang="en-GB" dirty="0">
              <a:solidFill>
                <a:schemeClr val="bg1"/>
              </a:solidFill>
            </a:endParaRPr>
          </a:p>
          <a:p>
            <a:pPr algn="ctr"/>
            <a:endParaRPr lang="en-GB" dirty="0" smtClean="0">
              <a:solidFill>
                <a:schemeClr val="bg1"/>
              </a:solidFill>
            </a:endParaRPr>
          </a:p>
        </p:txBody>
      </p:sp>
      <p:sp>
        <p:nvSpPr>
          <p:cNvPr id="16" name="Title 15"/>
          <p:cNvSpPr>
            <a:spLocks noGrp="1"/>
          </p:cNvSpPr>
          <p:nvPr>
            <p:ph type="title"/>
          </p:nvPr>
        </p:nvSpPr>
        <p:spPr>
          <a:xfrm>
            <a:off x="784177" y="912178"/>
            <a:ext cx="11089240" cy="864095"/>
          </a:xfrm>
        </p:spPr>
        <p:txBody>
          <a:bodyPr>
            <a:normAutofit/>
          </a:bodyPr>
          <a:lstStyle/>
          <a:p>
            <a:r>
              <a:rPr lang="en-GB" sz="4300" dirty="0">
                <a:solidFill>
                  <a:srgbClr val="00B092"/>
                </a:solidFill>
              </a:rPr>
              <a:t>Sharing case studies and practice examples</a:t>
            </a:r>
          </a:p>
        </p:txBody>
      </p:sp>
      <p:sp>
        <p:nvSpPr>
          <p:cNvPr id="2054" name="Rectangle 6"/>
          <p:cNvSpPr>
            <a:spLocks noChangeArrowheads="1"/>
          </p:cNvSpPr>
          <p:nvPr/>
        </p:nvSpPr>
        <p:spPr bwMode="auto">
          <a:xfrm>
            <a:off x="12" y="-94560"/>
            <a:ext cx="184731" cy="646331"/>
          </a:xfrm>
          <a:prstGeom prst="rect">
            <a:avLst/>
          </a:prstGeom>
          <a:noFill/>
          <a:ln w="9525">
            <a:noFill/>
            <a:miter lim="800000"/>
            <a:headEnd/>
            <a:tailEnd/>
          </a:ln>
          <a:effectLst/>
        </p:spPr>
        <p:txBody>
          <a:bodyPr vert="horz" wrap="none" lIns="91361" tIns="45681" rIns="91361" bIns="45681" numCol="1" anchor="ctr" anchorCtr="0" compatLnSpc="1">
            <a:prstTxWarp prst="textNoShape">
              <a:avLst/>
            </a:prstTxWarp>
            <a:spAutoFit/>
          </a:bodyPr>
          <a:lstStyle/>
          <a:p>
            <a:pPr defTabSz="913632" eaLnBrk="0" fontAlgn="base" hangingPunct="0">
              <a:spcBef>
                <a:spcPct val="0"/>
              </a:spcBef>
              <a:spcAft>
                <a:spcPct val="0"/>
              </a:spcAft>
            </a:pPr>
            <a:r>
              <a:rPr lang="en-GB" sz="1800" dirty="0">
                <a:latin typeface="Arial" pitchFamily="34" charset="0"/>
                <a:cs typeface="Arial" pitchFamily="34" charset="0"/>
              </a:rPr>
              <a:t/>
            </a:r>
            <a:br>
              <a:rPr lang="en-GB" sz="1800" dirty="0">
                <a:latin typeface="Arial" pitchFamily="34" charset="0"/>
                <a:cs typeface="Arial" pitchFamily="34" charset="0"/>
              </a:rPr>
            </a:br>
            <a:endParaRPr lang="en-GB" sz="1800" dirty="0">
              <a:latin typeface="Arial" pitchFamily="34" charset="0"/>
              <a:cs typeface="Arial" pitchFamily="34" charset="0"/>
            </a:endParaRPr>
          </a:p>
        </p:txBody>
      </p:sp>
      <p:cxnSp>
        <p:nvCxnSpPr>
          <p:cNvPr id="5" name="Straight Connector 4"/>
          <p:cNvCxnSpPr/>
          <p:nvPr/>
        </p:nvCxnSpPr>
        <p:spPr>
          <a:xfrm>
            <a:off x="784176" y="1776264"/>
            <a:ext cx="11161240" cy="0"/>
          </a:xfrm>
          <a:prstGeom prst="line">
            <a:avLst/>
          </a:prstGeom>
          <a:ln w="19050">
            <a:solidFill>
              <a:srgbClr val="00AE9E"/>
            </a:solidFill>
          </a:ln>
        </p:spPr>
        <p:style>
          <a:lnRef idx="1">
            <a:schemeClr val="accent5"/>
          </a:lnRef>
          <a:fillRef idx="0">
            <a:schemeClr val="accent5"/>
          </a:fillRef>
          <a:effectRef idx="0">
            <a:schemeClr val="accent5"/>
          </a:effectRef>
          <a:fontRef idx="minor">
            <a:schemeClr val="tx1"/>
          </a:fontRef>
        </p:style>
      </p:cxnSp>
      <p:cxnSp>
        <p:nvCxnSpPr>
          <p:cNvPr id="7" name="Straight Connector 6"/>
          <p:cNvCxnSpPr/>
          <p:nvPr/>
        </p:nvCxnSpPr>
        <p:spPr>
          <a:xfrm>
            <a:off x="4960640" y="2135592"/>
            <a:ext cx="0" cy="69854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6004408" y="2090094"/>
            <a:ext cx="6157032" cy="4140812"/>
          </a:xfrm>
          <a:prstGeom prst="roundRect">
            <a:avLst/>
          </a:prstGeom>
          <a:ln w="76200">
            <a:solidFill>
              <a:srgbClr val="00A551"/>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p:txBody>
      </p:sp>
      <p:sp>
        <p:nvSpPr>
          <p:cNvPr id="20" name="Rounded Rectangle 19"/>
          <p:cNvSpPr/>
          <p:nvPr/>
        </p:nvSpPr>
        <p:spPr>
          <a:xfrm>
            <a:off x="5680723" y="6528794"/>
            <a:ext cx="6264696" cy="2664297"/>
          </a:xfrm>
          <a:prstGeom prst="roundRect">
            <a:avLst/>
          </a:prstGeom>
          <a:solidFill>
            <a:srgbClr val="822433"/>
          </a:solidFill>
          <a:ln w="76200">
            <a:solidFill>
              <a:srgbClr val="822433"/>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a:p>
            <a:pPr marL="176065" indent="-176065">
              <a:spcAft>
                <a:spcPts val="99"/>
              </a:spcAft>
              <a:buFont typeface="Arial" panose="020B0604020202020204" pitchFamily="34" charset="0"/>
              <a:buChar char="•"/>
            </a:pPr>
            <a:endParaRPr lang="en-GB" sz="1000" dirty="0"/>
          </a:p>
        </p:txBody>
      </p:sp>
      <p:sp>
        <p:nvSpPr>
          <p:cNvPr id="9" name="Rectangle 8"/>
          <p:cNvSpPr/>
          <p:nvPr/>
        </p:nvSpPr>
        <p:spPr>
          <a:xfrm>
            <a:off x="6543116" y="2413396"/>
            <a:ext cx="4400470" cy="3585540"/>
          </a:xfrm>
          <a:prstGeom prst="rect">
            <a:avLst/>
          </a:prstGeom>
        </p:spPr>
        <p:txBody>
          <a:bodyPr wrap="square" lIns="91361" tIns="45681" rIns="91361" bIns="45681">
            <a:spAutoFit/>
          </a:bodyPr>
          <a:lstStyle/>
          <a:p>
            <a:endParaRPr lang="en-GB" sz="1100" i="1" dirty="0"/>
          </a:p>
          <a:p>
            <a:pPr lvl="1"/>
            <a:r>
              <a:rPr lang="en-GB" sz="1500" b="1" i="1" dirty="0"/>
              <a:t>On the web</a:t>
            </a:r>
          </a:p>
          <a:p>
            <a:pPr lvl="1"/>
            <a:r>
              <a:rPr lang="en-GB" sz="1400" b="1" i="1" dirty="0"/>
              <a:t>PHE / WHO</a:t>
            </a:r>
          </a:p>
          <a:p>
            <a:pPr lvl="1"/>
            <a:r>
              <a:rPr lang="en-GB" sz="1400" b="1" i="1" dirty="0"/>
              <a:t>NICE</a:t>
            </a:r>
          </a:p>
          <a:p>
            <a:pPr lvl="1"/>
            <a:endParaRPr lang="en-GB" sz="1400" b="1" i="1" dirty="0"/>
          </a:p>
          <a:p>
            <a:pPr lvl="1"/>
            <a:endParaRPr lang="en-GB" sz="1400" b="1" i="1" dirty="0"/>
          </a:p>
          <a:p>
            <a:pPr lvl="1"/>
            <a:endParaRPr lang="en-GB" sz="1400" b="1" i="1" dirty="0"/>
          </a:p>
          <a:p>
            <a:pPr lvl="1"/>
            <a:r>
              <a:rPr lang="en-GB" sz="1500" b="1" i="1" dirty="0"/>
              <a:t>Awards</a:t>
            </a:r>
          </a:p>
          <a:p>
            <a:pPr marL="925224" lvl="1" indent="-285681">
              <a:buFont typeface="Arial" panose="020B0604020202020204" pitchFamily="34" charset="0"/>
              <a:buChar char="•"/>
            </a:pPr>
            <a:r>
              <a:rPr lang="en-GB" sz="1400" b="1" i="1" dirty="0"/>
              <a:t>Nursing time / Cavell</a:t>
            </a:r>
          </a:p>
          <a:p>
            <a:pPr lvl="1"/>
            <a:endParaRPr lang="en-GB" sz="1400" b="1" i="1" dirty="0"/>
          </a:p>
          <a:p>
            <a:pPr lvl="1"/>
            <a:endParaRPr lang="en-GB" sz="1400" b="1" i="1" dirty="0"/>
          </a:p>
          <a:p>
            <a:pPr lvl="1"/>
            <a:r>
              <a:rPr lang="en-GB" sz="1500" b="1" i="1" dirty="0"/>
              <a:t>Social media</a:t>
            </a:r>
          </a:p>
          <a:p>
            <a:pPr lvl="1"/>
            <a:endParaRPr lang="en-GB" sz="1400" b="1" i="1" dirty="0"/>
          </a:p>
          <a:p>
            <a:pPr marL="925224" lvl="1" indent="-285681">
              <a:buFont typeface="Arial" panose="020B0604020202020204" pitchFamily="34" charset="0"/>
              <a:buChar char="•"/>
            </a:pPr>
            <a:r>
              <a:rPr lang="en-GB" sz="1400" b="1" i="1" dirty="0"/>
              <a:t>Twitter / We learn</a:t>
            </a:r>
          </a:p>
          <a:p>
            <a:pPr marL="925224" lvl="1" indent="-285681">
              <a:buFont typeface="Arial" panose="020B0604020202020204" pitchFamily="34" charset="0"/>
              <a:buChar char="•"/>
            </a:pPr>
            <a:r>
              <a:rPr lang="en-GB" sz="1400" b="1" i="1" dirty="0"/>
              <a:t>Fab NHS stuff</a:t>
            </a:r>
          </a:p>
          <a:p>
            <a:pPr marL="925224" lvl="1" indent="-285681">
              <a:buFont typeface="Arial" panose="020B0604020202020204" pitchFamily="34" charset="0"/>
              <a:buChar char="•"/>
            </a:pPr>
            <a:endParaRPr lang="en-GB" sz="1400" b="1" i="1" dirty="0"/>
          </a:p>
        </p:txBody>
      </p:sp>
      <p:cxnSp>
        <p:nvCxnSpPr>
          <p:cNvPr id="23" name="Straight Connector 22"/>
          <p:cNvCxnSpPr/>
          <p:nvPr/>
        </p:nvCxnSpPr>
        <p:spPr>
          <a:xfrm>
            <a:off x="7048873" y="3540460"/>
            <a:ext cx="39439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bwMode="white">
          <a:xfrm>
            <a:off x="6095018" y="6708158"/>
            <a:ext cx="4536504" cy="3323930"/>
          </a:xfrm>
          <a:prstGeom prst="rect">
            <a:avLst/>
          </a:prstGeom>
          <a:noFill/>
        </p:spPr>
        <p:txBody>
          <a:bodyPr wrap="square" lIns="91361" tIns="45681" rIns="91361" bIns="45681" rtlCol="0">
            <a:spAutoFit/>
          </a:bodyPr>
          <a:lstStyle/>
          <a:p>
            <a:r>
              <a:rPr lang="en-GB" sz="1400" b="1" dirty="0">
                <a:solidFill>
                  <a:schemeClr val="bg1"/>
                </a:solidFill>
              </a:rPr>
              <a:t>Remember case studies &amp; practice examples can</a:t>
            </a:r>
            <a:r>
              <a:rPr lang="en-GB" sz="1400" dirty="0">
                <a:solidFill>
                  <a:schemeClr val="bg1"/>
                </a:solidFill>
              </a:rPr>
              <a:t>:</a:t>
            </a:r>
          </a:p>
          <a:p>
            <a:endParaRPr lang="en-GB" sz="1400" dirty="0">
              <a:solidFill>
                <a:schemeClr val="bg1"/>
              </a:solidFill>
            </a:endParaRPr>
          </a:p>
          <a:p>
            <a:pPr marL="925224" lvl="1" indent="-285681">
              <a:buFont typeface="Arial" panose="020B0604020202020204" pitchFamily="34" charset="0"/>
              <a:buChar char="•"/>
            </a:pPr>
            <a:r>
              <a:rPr lang="en-GB" sz="1400" dirty="0">
                <a:solidFill>
                  <a:schemeClr val="bg1"/>
                </a:solidFill>
              </a:rPr>
              <a:t>Support  reflection and revalidation</a:t>
            </a:r>
          </a:p>
          <a:p>
            <a:pPr marL="925224" lvl="1" indent="-285681">
              <a:buFont typeface="Arial" panose="020B0604020202020204" pitchFamily="34" charset="0"/>
              <a:buChar char="•"/>
            </a:pPr>
            <a:r>
              <a:rPr lang="en-GB" sz="1400" dirty="0">
                <a:solidFill>
                  <a:schemeClr val="bg1"/>
                </a:solidFill>
              </a:rPr>
              <a:t>Help identify service improvements and improve quality of care</a:t>
            </a:r>
          </a:p>
          <a:p>
            <a:pPr marL="925224" lvl="1" indent="-285681">
              <a:buFont typeface="Arial" panose="020B0604020202020204" pitchFamily="34" charset="0"/>
              <a:buChar char="•"/>
            </a:pPr>
            <a:r>
              <a:rPr lang="en-GB" sz="1400" dirty="0">
                <a:solidFill>
                  <a:schemeClr val="bg1"/>
                </a:solidFill>
              </a:rPr>
              <a:t>Generate new evidence or  support existing evidence</a:t>
            </a:r>
          </a:p>
          <a:p>
            <a:pPr marL="925224" lvl="1" indent="-285681">
              <a:buFont typeface="Arial" panose="020B0604020202020204" pitchFamily="34" charset="0"/>
              <a:buChar char="•"/>
            </a:pPr>
            <a:r>
              <a:rPr lang="en-GB" sz="1400" dirty="0">
                <a:solidFill>
                  <a:schemeClr val="bg1"/>
                </a:solidFill>
              </a:rPr>
              <a:t>Support decision making</a:t>
            </a:r>
          </a:p>
          <a:p>
            <a:pPr marL="925224" lvl="1" indent="-285681">
              <a:buFont typeface="Arial" panose="020B0604020202020204" pitchFamily="34" charset="0"/>
              <a:buChar char="•"/>
            </a:pPr>
            <a:r>
              <a:rPr lang="en-GB" sz="1400" dirty="0">
                <a:solidFill>
                  <a:schemeClr val="bg1"/>
                </a:solidFill>
              </a:rPr>
              <a:t>Raise the profile of a service and provide an opportunity to celebrate!</a:t>
            </a:r>
          </a:p>
          <a:p>
            <a:pPr marL="925224" lvl="1" indent="-285681">
              <a:buFont typeface="Arial" panose="020B0604020202020204" pitchFamily="34" charset="0"/>
              <a:buChar char="•"/>
            </a:pPr>
            <a:r>
              <a:rPr lang="en-GB" sz="1400" dirty="0">
                <a:solidFill>
                  <a:schemeClr val="bg1"/>
                </a:solidFill>
              </a:rPr>
              <a:t>Support learning and development</a:t>
            </a:r>
          </a:p>
          <a:p>
            <a:pPr marL="925224" lvl="1" indent="-285681">
              <a:buFont typeface="Arial" panose="020B0604020202020204" pitchFamily="34" charset="0"/>
              <a:buChar char="•"/>
            </a:pPr>
            <a:endParaRPr lang="en-GB" sz="1400" dirty="0">
              <a:solidFill>
                <a:schemeClr val="bg1"/>
              </a:solidFill>
            </a:endParaRPr>
          </a:p>
          <a:p>
            <a:pPr marL="925224" lvl="1" indent="-285681">
              <a:buFont typeface="Arial" panose="020B0604020202020204" pitchFamily="34" charset="0"/>
              <a:buChar char="•"/>
            </a:pPr>
            <a:endParaRPr lang="en-GB" sz="1400" i="1" dirty="0">
              <a:solidFill>
                <a:schemeClr val="bg1"/>
              </a:solidFill>
            </a:endParaRPr>
          </a:p>
          <a:p>
            <a:pPr marL="925224" lvl="1" indent="-285681">
              <a:buFont typeface="Arial" panose="020B0604020202020204" pitchFamily="34" charset="0"/>
              <a:buChar char="•"/>
            </a:pPr>
            <a:endParaRPr lang="en-GB" sz="1400" dirty="0">
              <a:solidFill>
                <a:schemeClr val="bg1"/>
              </a:solidFill>
            </a:endParaRPr>
          </a:p>
          <a:p>
            <a:endParaRPr lang="en-GB" sz="1400" dirty="0"/>
          </a:p>
        </p:txBody>
      </p:sp>
      <p:sp>
        <p:nvSpPr>
          <p:cNvPr id="26" name="Oval 25"/>
          <p:cNvSpPr/>
          <p:nvPr/>
        </p:nvSpPr>
        <p:spPr>
          <a:xfrm>
            <a:off x="10929214" y="7000069"/>
            <a:ext cx="1721742" cy="1721742"/>
          </a:xfrm>
          <a:prstGeom prst="ellipse">
            <a:avLst/>
          </a:prstGeom>
          <a:solidFill>
            <a:srgbClr val="822433"/>
          </a:solidFill>
          <a:ln w="76200">
            <a:solidFill>
              <a:schemeClr val="bg1"/>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r>
              <a:rPr lang="en-GB" sz="1500" b="1" dirty="0">
                <a:solidFill>
                  <a:schemeClr val="bg1"/>
                </a:solidFill>
              </a:rPr>
              <a:t>THE BENEFITS</a:t>
            </a:r>
          </a:p>
        </p:txBody>
      </p:sp>
      <p:sp>
        <p:nvSpPr>
          <p:cNvPr id="17" name="Oval 16"/>
          <p:cNvSpPr/>
          <p:nvPr/>
        </p:nvSpPr>
        <p:spPr>
          <a:xfrm>
            <a:off x="5319986" y="2784376"/>
            <a:ext cx="1512862" cy="1512168"/>
          </a:xfrm>
          <a:prstGeom prst="ellipse">
            <a:avLst/>
          </a:prstGeom>
          <a:solidFill>
            <a:srgbClr val="00A551"/>
          </a:solidFill>
          <a:ln w="76200">
            <a:solidFill>
              <a:schemeClr val="bg1"/>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r>
              <a:rPr lang="en-GB" sz="1100" dirty="0">
                <a:solidFill>
                  <a:schemeClr val="bg1"/>
                </a:solidFill>
              </a:rPr>
              <a:t>SHARING EXAMPLES</a:t>
            </a:r>
          </a:p>
        </p:txBody>
      </p:sp>
      <p:graphicFrame>
        <p:nvGraphicFramePr>
          <p:cNvPr id="4" name="Diagram 3"/>
          <p:cNvGraphicFramePr/>
          <p:nvPr>
            <p:extLst>
              <p:ext uri="{D42A27DB-BD31-4B8C-83A1-F6EECF244321}">
                <p14:modId xmlns:p14="http://schemas.microsoft.com/office/powerpoint/2010/main" val="3771031690"/>
              </p:ext>
            </p:extLst>
          </p:nvPr>
        </p:nvGraphicFramePr>
        <p:xfrm>
          <a:off x="474162" y="4641867"/>
          <a:ext cx="3910416" cy="39257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 name="Rounded Rectangle 21"/>
          <p:cNvSpPr/>
          <p:nvPr/>
        </p:nvSpPr>
        <p:spPr>
          <a:xfrm>
            <a:off x="440529" y="2102301"/>
            <a:ext cx="4120848" cy="1764547"/>
          </a:xfrm>
          <a:prstGeom prst="roundRect">
            <a:avLst/>
          </a:prstGeom>
          <a:ln w="76200">
            <a:solidFill>
              <a:srgbClr val="C51A4A"/>
            </a:solidFill>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spcAft>
                <a:spcPts val="99"/>
              </a:spcAft>
            </a:pPr>
            <a:r>
              <a:rPr lang="en-GB" sz="1500" dirty="0"/>
              <a:t>There are number of places to share case studies and local practice examples – the important thing is to write it up and share; we can all then learn, generate new ideas at least identify any gaps and inform the evidence base </a:t>
            </a:r>
            <a:endParaRPr lang="en-GB" sz="1000" dirty="0"/>
          </a:p>
        </p:txBody>
      </p:sp>
      <p:sp>
        <p:nvSpPr>
          <p:cNvPr id="25" name="Oval 24"/>
          <p:cNvSpPr/>
          <p:nvPr/>
        </p:nvSpPr>
        <p:spPr>
          <a:xfrm>
            <a:off x="5766343" y="7599699"/>
            <a:ext cx="900101" cy="864095"/>
          </a:xfrm>
          <a:prstGeom prst="ellipse">
            <a:avLst/>
          </a:prstGeom>
          <a:noFill/>
          <a:ln w="76200">
            <a:solidFill>
              <a:srgbClr val="EAAB00"/>
            </a:solidFill>
            <a:prstDash val="solid"/>
          </a:ln>
        </p:spPr>
        <p:style>
          <a:lnRef idx="2">
            <a:schemeClr val="accent5"/>
          </a:lnRef>
          <a:fillRef idx="1">
            <a:schemeClr val="lt1"/>
          </a:fillRef>
          <a:effectRef idx="0">
            <a:schemeClr val="accent5"/>
          </a:effectRef>
          <a:fontRef idx="minor">
            <a:schemeClr val="dk1"/>
          </a:fontRef>
        </p:style>
        <p:txBody>
          <a:bodyPr lIns="91361" tIns="45681" rIns="91361" bIns="45681" rtlCol="0" anchor="ctr"/>
          <a:lstStyle/>
          <a:p>
            <a:pPr algn="ctr"/>
            <a:endParaRPr lang="en-GB" sz="2800" b="1" dirty="0"/>
          </a:p>
          <a:p>
            <a:pPr algn="ctr">
              <a:spcBef>
                <a:spcPct val="0"/>
              </a:spcBef>
              <a:defRPr/>
            </a:pPr>
            <a:endParaRPr lang="en-GB" sz="8800" b="1" dirty="0">
              <a:solidFill>
                <a:schemeClr val="bg1"/>
              </a:solidFill>
            </a:endParaRPr>
          </a:p>
          <a:p>
            <a:pPr algn="ctr"/>
            <a:endParaRPr lang="en-GB" dirty="0">
              <a:solidFill>
                <a:schemeClr val="bg1"/>
              </a:solidFill>
            </a:endParaRPr>
          </a:p>
        </p:txBody>
      </p:sp>
      <p:pic>
        <p:nvPicPr>
          <p:cNvPr id="1027" name="Picture 3" descr="C:\Users\Wendy.Nicholson\AppData\Local\Microsoft\Windows\Temporary Internet Files\Content.Outlook\6W1UQHVQ\Inspiration.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005457" y="6124137"/>
            <a:ext cx="902593" cy="902593"/>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Wendy.Nicholson\AppData\Local\Microsoft\Windows\Temporary Internet Files\Content.Outlook\6W1UQHVQ\Smiley.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889984" y="7689366"/>
            <a:ext cx="684758" cy="684758"/>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Connector 26"/>
          <p:cNvCxnSpPr/>
          <p:nvPr/>
        </p:nvCxnSpPr>
        <p:spPr>
          <a:xfrm>
            <a:off x="7110929" y="4728592"/>
            <a:ext cx="39439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3" name="Picture 32" descr="cid:EBF8639B-987A-4A8F-BCBD-5E73C1CFEB12"/>
          <p:cNvPicPr/>
          <p:nvPr/>
        </p:nvPicPr>
        <p:blipFill>
          <a:blip r:embed="rId10" r:link="rId11" cstate="print">
            <a:extLst>
              <a:ext uri="{28A0092B-C50C-407E-A947-70E740481C1C}">
                <a14:useLocalDpi xmlns:a14="http://schemas.microsoft.com/office/drawing/2010/main" val="0"/>
              </a:ext>
            </a:extLst>
          </a:blip>
          <a:srcRect/>
          <a:stretch>
            <a:fillRect/>
          </a:stretch>
        </p:blipFill>
        <p:spPr bwMode="auto">
          <a:xfrm>
            <a:off x="9894619" y="4532314"/>
            <a:ext cx="2001658" cy="1501021"/>
          </a:xfrm>
          <a:prstGeom prst="rect">
            <a:avLst/>
          </a:prstGeom>
          <a:noFill/>
          <a:ln>
            <a:noFill/>
          </a:ln>
        </p:spPr>
      </p:pic>
      <p:pic>
        <p:nvPicPr>
          <p:cNvPr id="8" name="61202B11-8AA4-4B22-9B8E-7EC23A2992D7" descr="61202B11-8AA4-4B22-9B8E-7EC23A2992D7"/>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600911" y="3242086"/>
            <a:ext cx="1073468" cy="1069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68D47BD0-F1B3-4BD4-9AD6-F10CD6E1E7D6" descr="68D47BD0-F1B3-4BD4-9AD6-F10CD6E1E7D6"/>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631525" y="2156914"/>
            <a:ext cx="1042856" cy="1058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87275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a:xfrm>
            <a:off x="784177" y="912178"/>
            <a:ext cx="11089240" cy="864095"/>
          </a:xfrm>
        </p:spPr>
        <p:txBody>
          <a:bodyPr>
            <a:normAutofit/>
          </a:bodyPr>
          <a:lstStyle/>
          <a:p>
            <a:r>
              <a:rPr lang="en-GB" sz="4300" dirty="0">
                <a:solidFill>
                  <a:srgbClr val="00B092"/>
                </a:solidFill>
              </a:rPr>
              <a:t>References  / further reading</a:t>
            </a:r>
          </a:p>
        </p:txBody>
      </p:sp>
      <p:sp>
        <p:nvSpPr>
          <p:cNvPr id="2054" name="Rectangle 6"/>
          <p:cNvSpPr>
            <a:spLocks noChangeArrowheads="1"/>
          </p:cNvSpPr>
          <p:nvPr/>
        </p:nvSpPr>
        <p:spPr bwMode="auto">
          <a:xfrm>
            <a:off x="12" y="-94560"/>
            <a:ext cx="184731" cy="646331"/>
          </a:xfrm>
          <a:prstGeom prst="rect">
            <a:avLst/>
          </a:prstGeom>
          <a:noFill/>
          <a:ln w="9525">
            <a:noFill/>
            <a:miter lim="800000"/>
            <a:headEnd/>
            <a:tailEnd/>
          </a:ln>
          <a:effectLst/>
        </p:spPr>
        <p:txBody>
          <a:bodyPr vert="horz" wrap="none" lIns="91361" tIns="45681" rIns="91361" bIns="45681" numCol="1" anchor="ctr" anchorCtr="0" compatLnSpc="1">
            <a:prstTxWarp prst="textNoShape">
              <a:avLst/>
            </a:prstTxWarp>
            <a:spAutoFit/>
          </a:bodyPr>
          <a:lstStyle/>
          <a:p>
            <a:pPr defTabSz="913632" eaLnBrk="0" fontAlgn="base" hangingPunct="0">
              <a:spcBef>
                <a:spcPct val="0"/>
              </a:spcBef>
              <a:spcAft>
                <a:spcPct val="0"/>
              </a:spcAft>
            </a:pPr>
            <a:r>
              <a:rPr lang="en-GB" sz="1800" dirty="0">
                <a:latin typeface="Arial" pitchFamily="34" charset="0"/>
                <a:cs typeface="Arial" pitchFamily="34" charset="0"/>
              </a:rPr>
              <a:t/>
            </a:r>
            <a:br>
              <a:rPr lang="en-GB" sz="1800" dirty="0">
                <a:latin typeface="Arial" pitchFamily="34" charset="0"/>
                <a:cs typeface="Arial" pitchFamily="34" charset="0"/>
              </a:rPr>
            </a:br>
            <a:endParaRPr lang="en-GB" sz="1800" dirty="0">
              <a:latin typeface="Arial" pitchFamily="34" charset="0"/>
              <a:cs typeface="Arial" pitchFamily="34" charset="0"/>
            </a:endParaRPr>
          </a:p>
        </p:txBody>
      </p:sp>
      <p:cxnSp>
        <p:nvCxnSpPr>
          <p:cNvPr id="5" name="Straight Connector 4"/>
          <p:cNvCxnSpPr/>
          <p:nvPr/>
        </p:nvCxnSpPr>
        <p:spPr>
          <a:xfrm>
            <a:off x="784176" y="1776264"/>
            <a:ext cx="11161240" cy="0"/>
          </a:xfrm>
          <a:prstGeom prst="line">
            <a:avLst/>
          </a:prstGeom>
          <a:ln w="19050">
            <a:solidFill>
              <a:srgbClr val="00AE9E"/>
            </a:solidFill>
          </a:ln>
        </p:spPr>
        <p:style>
          <a:lnRef idx="1">
            <a:schemeClr val="accent5"/>
          </a:lnRef>
          <a:fillRef idx="0">
            <a:schemeClr val="accent5"/>
          </a:fillRef>
          <a:effectRef idx="0">
            <a:schemeClr val="accent5"/>
          </a:effectRef>
          <a:fontRef idx="minor">
            <a:schemeClr val="tx1"/>
          </a:fontRef>
        </p:style>
      </p:cxnSp>
      <p:sp>
        <p:nvSpPr>
          <p:cNvPr id="8" name="TextBox 7"/>
          <p:cNvSpPr txBox="1"/>
          <p:nvPr/>
        </p:nvSpPr>
        <p:spPr>
          <a:xfrm>
            <a:off x="496144" y="8971124"/>
            <a:ext cx="576064" cy="292376"/>
          </a:xfrm>
          <a:prstGeom prst="rect">
            <a:avLst/>
          </a:prstGeom>
          <a:noFill/>
        </p:spPr>
        <p:txBody>
          <a:bodyPr wrap="square" lIns="91361" tIns="45681" rIns="91361" bIns="45681" rtlCol="0">
            <a:spAutoFit/>
          </a:bodyPr>
          <a:lstStyle/>
          <a:p>
            <a:pPr algn="ctr"/>
            <a:endParaRPr lang="en-GB" sz="1300" dirty="0"/>
          </a:p>
        </p:txBody>
      </p:sp>
      <p:sp>
        <p:nvSpPr>
          <p:cNvPr id="2" name="Rectangle 1"/>
          <p:cNvSpPr/>
          <p:nvPr/>
        </p:nvSpPr>
        <p:spPr>
          <a:xfrm>
            <a:off x="784176" y="2064296"/>
            <a:ext cx="11161240" cy="4093406"/>
          </a:xfrm>
          <a:prstGeom prst="rect">
            <a:avLst/>
          </a:prstGeom>
        </p:spPr>
        <p:txBody>
          <a:bodyPr wrap="square" lIns="91417" tIns="45709" rIns="91417" bIns="45709">
            <a:spAutoFit/>
          </a:bodyPr>
          <a:lstStyle/>
          <a:p>
            <a:r>
              <a:rPr lang="en-GB" sz="2000" dirty="0">
                <a:hlinkClick r:id="rId3"/>
              </a:rPr>
              <a:t>https://www.rcn.org.uk/professional-development/nice-collaboration/nice-case-studies</a:t>
            </a:r>
            <a:endParaRPr lang="en-GB" sz="2000" dirty="0"/>
          </a:p>
          <a:p>
            <a:endParaRPr lang="en-GB" sz="2000" dirty="0"/>
          </a:p>
          <a:p>
            <a:r>
              <a:rPr lang="en-GB" sz="2000" dirty="0">
                <a:hlinkClick r:id="rId4"/>
              </a:rPr>
              <a:t>http://www2.hull.ac.uk/lli/pdf/Case%20Studies.pdf</a:t>
            </a:r>
            <a:endParaRPr lang="en-GB" sz="2000" dirty="0"/>
          </a:p>
          <a:p>
            <a:endParaRPr lang="en-GB" sz="2000" dirty="0"/>
          </a:p>
          <a:p>
            <a:r>
              <a:rPr lang="en-GB" sz="2000" dirty="0">
                <a:hlinkClick r:id="rId5"/>
              </a:rPr>
              <a:t>https://www.brookes.ac.uk/students/upgrade/study-skills/reflective-writing-using-gibbs/</a:t>
            </a:r>
            <a:endParaRPr lang="en-GB" sz="2000" dirty="0"/>
          </a:p>
          <a:p>
            <a:endParaRPr lang="en-GB" sz="2000" dirty="0"/>
          </a:p>
          <a:p>
            <a:r>
              <a:rPr lang="en-GB" sz="2000" dirty="0">
                <a:hlinkClick r:id="rId6"/>
              </a:rPr>
              <a:t>http://www.euro.who.int/en/health-topics/Life-stages/child-and-adolescent-health/publications/2013/improving-the-lives-of-children-and-young-people-case-studies-from-europe.-volume-1.-early-years</a:t>
            </a:r>
            <a:endParaRPr lang="en-GB" sz="2000" dirty="0"/>
          </a:p>
          <a:p>
            <a:endParaRPr lang="en-GB" sz="2000" dirty="0"/>
          </a:p>
          <a:p>
            <a:r>
              <a:rPr lang="en-GB" sz="2000" u="sng" dirty="0">
                <a:hlinkClick r:id="rId7"/>
              </a:rPr>
              <a:t>http://www.nesta.org.uk/centre-social-action-innovation-fund-evaluations/nesta-standards-evidence</a:t>
            </a:r>
            <a:endParaRPr lang="en-GB" sz="2000" dirty="0"/>
          </a:p>
          <a:p>
            <a:endParaRPr lang="en-GB" sz="2000" dirty="0"/>
          </a:p>
        </p:txBody>
      </p:sp>
    </p:spTree>
    <p:extLst>
      <p:ext uri="{BB962C8B-B14F-4D97-AF65-F5344CB8AC3E}">
        <p14:creationId xmlns:p14="http://schemas.microsoft.com/office/powerpoint/2010/main" val="97979411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Public Health England">
      <a:dk1>
        <a:sysClr val="windowText" lastClr="000000"/>
      </a:dk1>
      <a:lt1>
        <a:sysClr val="window" lastClr="FFFFFF"/>
      </a:lt1>
      <a:dk2>
        <a:srgbClr val="009966"/>
      </a:dk2>
      <a:lt2>
        <a:srgbClr val="98002E"/>
      </a:lt2>
      <a:accent1>
        <a:srgbClr val="11175E"/>
      </a:accent1>
      <a:accent2>
        <a:srgbClr val="D8B5A3"/>
      </a:accent2>
      <a:accent3>
        <a:srgbClr val="F9A25E"/>
      </a:accent3>
      <a:accent4>
        <a:srgbClr val="EEB111"/>
      </a:accent4>
      <a:accent5>
        <a:srgbClr val="00B274"/>
      </a:accent5>
      <a:accent6>
        <a:srgbClr val="A7A9AC"/>
      </a:accent6>
      <a:hlink>
        <a:srgbClr val="000000"/>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Public Health England">
      <a:dk1>
        <a:sysClr val="windowText" lastClr="000000"/>
      </a:dk1>
      <a:lt1>
        <a:sysClr val="window" lastClr="FFFFFF"/>
      </a:lt1>
      <a:dk2>
        <a:srgbClr val="009966"/>
      </a:dk2>
      <a:lt2>
        <a:srgbClr val="98002E"/>
      </a:lt2>
      <a:accent1>
        <a:srgbClr val="11175E"/>
      </a:accent1>
      <a:accent2>
        <a:srgbClr val="D8B5A3"/>
      </a:accent2>
      <a:accent3>
        <a:srgbClr val="F9A25E"/>
      </a:accent3>
      <a:accent4>
        <a:srgbClr val="EEB111"/>
      </a:accent4>
      <a:accent5>
        <a:srgbClr val="00B274"/>
      </a:accent5>
      <a:accent6>
        <a:srgbClr val="A7A9AC"/>
      </a:accent6>
      <a:hlink>
        <a:srgbClr val="000000"/>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39338</TotalTime>
  <Words>971</Words>
  <Application>Microsoft Office PowerPoint</Application>
  <PresentationFormat>A3 Paper (297x420 mm)</PresentationFormat>
  <Paragraphs>241</Paragraphs>
  <Slides>7</Slides>
  <Notes>6</Notes>
  <HiddenSlides>0</HiddenSlides>
  <MMClips>0</MMClips>
  <ScaleCrop>false</ScaleCrop>
  <HeadingPairs>
    <vt:vector size="4" baseType="variant">
      <vt:variant>
        <vt:lpstr>Theme</vt:lpstr>
      </vt:variant>
      <vt:variant>
        <vt:i4>2</vt:i4>
      </vt:variant>
      <vt:variant>
        <vt:lpstr>Slide Titles</vt:lpstr>
      </vt:variant>
      <vt:variant>
        <vt:i4>7</vt:i4>
      </vt:variant>
    </vt:vector>
  </HeadingPairs>
  <TitlesOfParts>
    <vt:vector size="9" baseType="lpstr">
      <vt:lpstr>Office Theme</vt:lpstr>
      <vt:lpstr>1_Office Theme</vt:lpstr>
      <vt:lpstr>Public Health England   Case Studies and Local Practice Examples Templates     </vt:lpstr>
      <vt:lpstr>Case studies – a short guide to writing case studies</vt:lpstr>
      <vt:lpstr>Case study template </vt:lpstr>
      <vt:lpstr>Local practice examples</vt:lpstr>
      <vt:lpstr>Local practice example template </vt:lpstr>
      <vt:lpstr>Sharing case studies and practice examples</vt:lpstr>
      <vt:lpstr>References  / further reading</vt:lpstr>
    </vt:vector>
  </TitlesOfParts>
  <Company>Cabinet Office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Philip Hemmings</dc:creator>
  <cp:lastModifiedBy>Administrator</cp:lastModifiedBy>
  <cp:revision>739</cp:revision>
  <cp:lastPrinted>2017-08-14T11:59:42Z</cp:lastPrinted>
  <dcterms:created xsi:type="dcterms:W3CDTF">2012-10-10T09:02:29Z</dcterms:created>
  <dcterms:modified xsi:type="dcterms:W3CDTF">2018-04-13T10:54:37Z</dcterms:modified>
</cp:coreProperties>
</file>