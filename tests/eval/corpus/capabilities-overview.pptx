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DFFRNT — Capabilities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design consultancy for regulated industries.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Founded in 2015 in Ottawa. 38 employees across two offices: Ottawa and Toronto. Independent and founder-owned.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Healthcare, government, and financial services. Long-term engagements with provincial health agencies and two of Canada's five largest banks.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banking app NPS up 27 points after redesign. Municipal permit processing time cut from 21 days to 6. Patient portal task completion up 25%.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design, service design, UX research, design systems, accessibility audits, and private AI knowledge tools.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